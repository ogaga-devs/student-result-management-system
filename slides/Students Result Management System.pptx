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6" Type="http://schemas.microsoft.com/office/2020/02/relationships/classificationlabels" Target="docMetadata/LabelInfo.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58" r:id="rId4"/>
  </p:sldMasterIdLst>
  <p:notesMasterIdLst>
    <p:notesMasterId r:id="rId14"/>
  </p:notesMasterIdLst>
  <p:handoutMasterIdLst>
    <p:handoutMasterId r:id="rId15"/>
  </p:handoutMasterIdLst>
  <p:sldIdLst>
    <p:sldId id="410" r:id="rId5"/>
    <p:sldId id="383" r:id="rId6"/>
    <p:sldId id="409" r:id="rId7"/>
    <p:sldId id="389" r:id="rId8"/>
    <p:sldId id="391" r:id="rId9"/>
    <p:sldId id="411" r:id="rId10"/>
    <p:sldId id="397" r:id="rId11"/>
    <p:sldId id="408" r:id="rId12"/>
    <p:sldId id="407"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0"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8A107856-5554-42FB-B03E-39F5DBC370B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00" autoAdjust="0"/>
    <p:restoredTop sz="96327" autoAdjust="0"/>
  </p:normalViewPr>
  <p:slideViewPr>
    <p:cSldViewPr snapToGrid="0">
      <p:cViewPr varScale="1">
        <p:scale>
          <a:sx n="75" d="100"/>
          <a:sy n="75" d="100"/>
        </p:scale>
        <p:origin x="540" y="66"/>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80" d="100"/>
        <a:sy n="80" d="100"/>
      </p:scale>
      <p:origin x="0" y="0"/>
    </p:cViewPr>
  </p:sorterViewPr>
  <p:notesViewPr>
    <p:cSldViewPr snapToGrid="0" showGuides="1">
      <p:cViewPr varScale="1">
        <p:scale>
          <a:sx n="58" d="100"/>
          <a:sy n="58" d="100"/>
        </p:scale>
        <p:origin x="3240" y="67"/>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 /><Relationship Id="rId13" Type="http://schemas.openxmlformats.org/officeDocument/2006/relationships/slide" Target="slides/slide9.xml" /><Relationship Id="rId18" Type="http://schemas.openxmlformats.org/officeDocument/2006/relationships/viewProps" Target="viewProps.xml" /><Relationship Id="rId3" Type="http://schemas.openxmlformats.org/officeDocument/2006/relationships/customXml" Target="../customXml/item3.xml" /><Relationship Id="rId21" Type="http://schemas.microsoft.com/office/2018/10/relationships/authors" Target="authors.xml" /><Relationship Id="rId7" Type="http://schemas.openxmlformats.org/officeDocument/2006/relationships/slide" Target="slides/slide3.xml" /><Relationship Id="rId12" Type="http://schemas.openxmlformats.org/officeDocument/2006/relationships/slide" Target="slides/slide8.xml" /><Relationship Id="rId17" Type="http://schemas.openxmlformats.org/officeDocument/2006/relationships/presProps" Target="presProps.xml" /><Relationship Id="rId2" Type="http://schemas.openxmlformats.org/officeDocument/2006/relationships/customXml" Target="../customXml/item2.xml" /><Relationship Id="rId16" Type="http://schemas.openxmlformats.org/officeDocument/2006/relationships/commentAuthors" Target="commentAuthors.xml" /><Relationship Id="rId20" Type="http://schemas.openxmlformats.org/officeDocument/2006/relationships/tableStyles" Target="tableStyles.xml" /><Relationship Id="rId1" Type="http://schemas.openxmlformats.org/officeDocument/2006/relationships/customXml" Target="../customXml/item1.xml" /><Relationship Id="rId6" Type="http://schemas.openxmlformats.org/officeDocument/2006/relationships/slide" Target="slides/slide2.xml" /><Relationship Id="rId11" Type="http://schemas.openxmlformats.org/officeDocument/2006/relationships/slide" Target="slides/slide7.xml" /><Relationship Id="rId5" Type="http://schemas.openxmlformats.org/officeDocument/2006/relationships/slide" Target="slides/slide1.xml" /><Relationship Id="rId15" Type="http://schemas.openxmlformats.org/officeDocument/2006/relationships/handoutMaster" Target="handoutMasters/handoutMaster1.xml" /><Relationship Id="rId10" Type="http://schemas.openxmlformats.org/officeDocument/2006/relationships/slide" Target="slides/slide6.xml" /><Relationship Id="rId19" Type="http://schemas.openxmlformats.org/officeDocument/2006/relationships/theme" Target="theme/theme1.xml" /><Relationship Id="rId4" Type="http://schemas.openxmlformats.org/officeDocument/2006/relationships/slideMaster" Target="slideMasters/slideMaster1.xml" /><Relationship Id="rId9" Type="http://schemas.openxmlformats.org/officeDocument/2006/relationships/slide" Target="slides/slide5.xml" /><Relationship Id="rId14" Type="http://schemas.openxmlformats.org/officeDocument/2006/relationships/notesMaster" Target="notesMasters/notesMaster1.xml" /></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08F6756E-81DA-9FAC-70D8-556F658BDDA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EBEDD12-BCD5-485B-BCBC-34BB01D7923C}" type="datetimeFigureOut">
              <a:rPr lang="en-US" smtClean="0"/>
              <a:t>1/16/2026</a:t>
            </a:fld>
            <a:endParaRPr lang="en-US" dirty="0"/>
          </a:p>
        </p:txBody>
      </p:sp>
      <p:sp>
        <p:nvSpPr>
          <p:cNvPr id="6" name="Slide Number Placeholder 5">
            <a:extLst>
              <a:ext uri="{FF2B5EF4-FFF2-40B4-BE49-F238E27FC236}">
                <a16:creationId xmlns:a16="http://schemas.microsoft.com/office/drawing/2014/main" id="{A771D415-D05A-7067-CCD3-457153D96CD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2C230DF-5933-439D-898F-38E9AC9BA688}" type="slidenum">
              <a:rPr lang="en-US" smtClean="0"/>
              <a:t>‹#›</a:t>
            </a:fld>
            <a:endParaRPr lang="en-US" dirty="0"/>
          </a:p>
        </p:txBody>
      </p:sp>
      <p:sp>
        <p:nvSpPr>
          <p:cNvPr id="7" name="Footer Placeholder 6">
            <a:extLst>
              <a:ext uri="{FF2B5EF4-FFF2-40B4-BE49-F238E27FC236}">
                <a16:creationId xmlns:a16="http://schemas.microsoft.com/office/drawing/2014/main" id="{B97095E3-54D2-CFD2-4F49-7536FC8641D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8" name="Header Placeholder 7">
            <a:extLst>
              <a:ext uri="{FF2B5EF4-FFF2-40B4-BE49-F238E27FC236}">
                <a16:creationId xmlns:a16="http://schemas.microsoft.com/office/drawing/2014/main" id="{521EE01A-C0B5-5ECF-96DD-768F86AA15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Tree>
    <p:extLst>
      <p:ext uri="{BB962C8B-B14F-4D97-AF65-F5344CB8AC3E}">
        <p14:creationId xmlns:p14="http://schemas.microsoft.com/office/powerpoint/2010/main" val="265322844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EE7A52F-9D89-7442-A8E9-48D1527B5F6B}" type="datetimeFigureOut">
              <a:rPr lang="en-US" smtClean="0"/>
              <a:t>1/16/2026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89C7E07-3C67-C64C-8DA0-0404F6303970}" type="slidenum">
              <a:rPr lang="en-US" smtClean="0"/>
              <a:t>‹#›</a:t>
            </a:fld>
            <a:endParaRPr lang="en-US" dirty="0"/>
          </a:p>
        </p:txBody>
      </p:sp>
    </p:spTree>
    <p:extLst>
      <p:ext uri="{BB962C8B-B14F-4D97-AF65-F5344CB8AC3E}">
        <p14:creationId xmlns:p14="http://schemas.microsoft.com/office/powerpoint/2010/main" val="40325283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 /><Relationship Id="rId1" Type="http://schemas.openxmlformats.org/officeDocument/2006/relationships/notesMaster" Target="../notesMasters/notesMaster1.xml" /></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89C7E07-3C67-C64C-8DA0-0404F6303970}" type="slidenum">
              <a:rPr lang="en-US" smtClean="0"/>
              <a:t>1</a:t>
            </a:fld>
            <a:endParaRPr lang="en-US" dirty="0"/>
          </a:p>
        </p:txBody>
      </p:sp>
    </p:spTree>
    <p:extLst>
      <p:ext uri="{BB962C8B-B14F-4D97-AF65-F5344CB8AC3E}">
        <p14:creationId xmlns:p14="http://schemas.microsoft.com/office/powerpoint/2010/main" val="10924538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89C7E07-3C67-C64C-8DA0-0404F6303970}" type="slidenum">
              <a:rPr lang="en-US" smtClean="0"/>
              <a:t>2</a:t>
            </a:fld>
            <a:endParaRPr lang="en-US" dirty="0"/>
          </a:p>
        </p:txBody>
      </p:sp>
    </p:spTree>
    <p:extLst>
      <p:ext uri="{BB962C8B-B14F-4D97-AF65-F5344CB8AC3E}">
        <p14:creationId xmlns:p14="http://schemas.microsoft.com/office/powerpoint/2010/main" val="311341681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89C7E07-3C67-C64C-8DA0-0404F6303970}" type="slidenum">
              <a:rPr lang="en-US" smtClean="0"/>
              <a:t>3</a:t>
            </a:fld>
            <a:endParaRPr lang="en-US" dirty="0"/>
          </a:p>
        </p:txBody>
      </p:sp>
    </p:spTree>
    <p:extLst>
      <p:ext uri="{BB962C8B-B14F-4D97-AF65-F5344CB8AC3E}">
        <p14:creationId xmlns:p14="http://schemas.microsoft.com/office/powerpoint/2010/main" val="27304331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89C7E07-3C67-C64C-8DA0-0404F6303970}" type="slidenum">
              <a:rPr lang="en-US" smtClean="0"/>
              <a:t>4</a:t>
            </a:fld>
            <a:endParaRPr lang="en-US" dirty="0"/>
          </a:p>
        </p:txBody>
      </p:sp>
    </p:spTree>
    <p:extLst>
      <p:ext uri="{BB962C8B-B14F-4D97-AF65-F5344CB8AC3E}">
        <p14:creationId xmlns:p14="http://schemas.microsoft.com/office/powerpoint/2010/main" val="357624801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89C7E07-3C67-C64C-8DA0-0404F6303970}" type="slidenum">
              <a:rPr lang="en-US" smtClean="0"/>
              <a:t>5</a:t>
            </a:fld>
            <a:endParaRPr lang="en-US" dirty="0"/>
          </a:p>
        </p:txBody>
      </p:sp>
    </p:spTree>
    <p:extLst>
      <p:ext uri="{BB962C8B-B14F-4D97-AF65-F5344CB8AC3E}">
        <p14:creationId xmlns:p14="http://schemas.microsoft.com/office/powerpoint/2010/main" val="390827656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EC6646-BED0-6ADA-A21D-A6B5D5D394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5A7A01-FD93-F20C-FACF-7BC8D29C57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1CBAE9-294B-CBE6-BCF1-36E3E593D7D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8D4207A-C190-6109-AAB9-276819C781A8}"/>
              </a:ext>
            </a:extLst>
          </p:cNvPr>
          <p:cNvSpPr>
            <a:spLocks noGrp="1"/>
          </p:cNvSpPr>
          <p:nvPr>
            <p:ph type="sldNum" sz="quarter" idx="5"/>
          </p:nvPr>
        </p:nvSpPr>
        <p:spPr/>
        <p:txBody>
          <a:bodyPr/>
          <a:lstStyle/>
          <a:p>
            <a:fld id="{A89C7E07-3C67-C64C-8DA0-0404F6303970}" type="slidenum">
              <a:rPr lang="en-US" smtClean="0"/>
              <a:t>6</a:t>
            </a:fld>
            <a:endParaRPr lang="en-US" dirty="0"/>
          </a:p>
        </p:txBody>
      </p:sp>
    </p:spTree>
    <p:extLst>
      <p:ext uri="{BB962C8B-B14F-4D97-AF65-F5344CB8AC3E}">
        <p14:creationId xmlns:p14="http://schemas.microsoft.com/office/powerpoint/2010/main" val="17671386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BBC04D-2568-C19F-6211-ABA7996CBC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BD96A4-D432-FA69-5E46-4DF91D77CA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639921-CFBB-DE6F-31EB-81B758CA026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53E3F8-8185-F97B-2F08-1F44FCE2A5AB}"/>
              </a:ext>
            </a:extLst>
          </p:cNvPr>
          <p:cNvSpPr>
            <a:spLocks noGrp="1"/>
          </p:cNvSpPr>
          <p:nvPr>
            <p:ph type="sldNum" sz="quarter" idx="5"/>
          </p:nvPr>
        </p:nvSpPr>
        <p:spPr/>
        <p:txBody>
          <a:bodyPr/>
          <a:lstStyle/>
          <a:p>
            <a:fld id="{A89C7E07-3C67-C64C-8DA0-0404F6303970}" type="slidenum">
              <a:rPr lang="en-US" smtClean="0"/>
              <a:t>7</a:t>
            </a:fld>
            <a:endParaRPr lang="en-US" dirty="0"/>
          </a:p>
        </p:txBody>
      </p:sp>
    </p:spTree>
    <p:extLst>
      <p:ext uri="{BB962C8B-B14F-4D97-AF65-F5344CB8AC3E}">
        <p14:creationId xmlns:p14="http://schemas.microsoft.com/office/powerpoint/2010/main" val="372777778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89C7E07-3C67-C64C-8DA0-0404F6303970}" type="slidenum">
              <a:rPr lang="en-US" smtClean="0"/>
              <a:t>8</a:t>
            </a:fld>
            <a:endParaRPr lang="en-US" dirty="0"/>
          </a:p>
        </p:txBody>
      </p:sp>
    </p:spTree>
    <p:extLst>
      <p:ext uri="{BB962C8B-B14F-4D97-AF65-F5344CB8AC3E}">
        <p14:creationId xmlns:p14="http://schemas.microsoft.com/office/powerpoint/2010/main" val="238618372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89C7E07-3C67-C64C-8DA0-0404F6303970}" type="slidenum">
              <a:rPr lang="en-US" smtClean="0"/>
              <a:t>9</a:t>
            </a:fld>
            <a:endParaRPr lang="en-US" dirty="0"/>
          </a:p>
        </p:txBody>
      </p:sp>
    </p:spTree>
    <p:extLst>
      <p:ext uri="{BB962C8B-B14F-4D97-AF65-F5344CB8AC3E}">
        <p14:creationId xmlns:p14="http://schemas.microsoft.com/office/powerpoint/2010/main" val="50116043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1">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B6987D-0137-DE42-B76B-FF621E808D90}"/>
              </a:ext>
            </a:extLst>
          </p:cNvPr>
          <p:cNvSpPr>
            <a:spLocks noGrp="1"/>
          </p:cNvSpPr>
          <p:nvPr>
            <p:ph type="ctrTitle" hasCustomPrompt="1"/>
          </p:nvPr>
        </p:nvSpPr>
        <p:spPr>
          <a:xfrm>
            <a:off x="6309904" y="411479"/>
            <a:ext cx="5486400" cy="3291840"/>
          </a:xfrm>
          <a:prstGeom prst="rect">
            <a:avLst/>
          </a:prstGeom>
        </p:spPr>
        <p:txBody>
          <a:bodyPr lIns="0" tIns="0" rIns="0" bIns="0" anchor="b">
            <a:noAutofit/>
          </a:bodyPr>
          <a:lstStyle>
            <a:lvl1pPr algn="l">
              <a:lnSpc>
                <a:spcPct val="80000"/>
              </a:lnSpc>
              <a:defRPr sz="6000" b="1" i="0" spc="100" baseline="0">
                <a:solidFill>
                  <a:schemeClr val="bg1"/>
                </a:solidFill>
                <a:latin typeface="+mj-lt"/>
              </a:defRPr>
            </a:lvl1pPr>
          </a:lstStyle>
          <a:p>
            <a:r>
              <a:rPr lang="en-US" dirty="0"/>
              <a:t>Click to add title </a:t>
            </a:r>
          </a:p>
        </p:txBody>
      </p:sp>
      <p:grpSp>
        <p:nvGrpSpPr>
          <p:cNvPr id="9" name="Group 8">
            <a:extLst>
              <a:ext uri="{FF2B5EF4-FFF2-40B4-BE49-F238E27FC236}">
                <a16:creationId xmlns:a16="http://schemas.microsoft.com/office/drawing/2014/main" id="{C26C18C3-ED25-DD4B-BA72-24932D54DE37}"/>
              </a:ext>
              <a:ext uri="{C183D7F6-B498-43B3-948B-1728B52AA6E4}">
                <adec:decorative xmlns:adec="http://schemas.microsoft.com/office/drawing/2017/decorative" val="1"/>
              </a:ext>
            </a:extLst>
          </p:cNvPr>
          <p:cNvGrpSpPr>
            <a:grpSpLocks/>
          </p:cNvGrpSpPr>
          <p:nvPr userDrawn="1"/>
        </p:nvGrpSpPr>
        <p:grpSpPr bwMode="auto">
          <a:xfrm>
            <a:off x="1" y="758752"/>
            <a:ext cx="6099248" cy="6099248"/>
            <a:chOff x="0" y="12289"/>
            <a:chExt cx="3550" cy="3551"/>
          </a:xfrm>
        </p:grpSpPr>
        <p:sp>
          <p:nvSpPr>
            <p:cNvPr id="10" name="Freeform 9">
              <a:extLst>
                <a:ext uri="{FF2B5EF4-FFF2-40B4-BE49-F238E27FC236}">
                  <a16:creationId xmlns:a16="http://schemas.microsoft.com/office/drawing/2014/main" id="{C07CC263-2515-F147-8CC5-F8E9FF9FA8E4}"/>
                </a:ext>
              </a:extLst>
            </p:cNvPr>
            <p:cNvSpPr>
              <a:spLocks/>
            </p:cNvSpPr>
            <p:nvPr/>
          </p:nvSpPr>
          <p:spPr bwMode="auto">
            <a:xfrm>
              <a:off x="0" y="12289"/>
              <a:ext cx="1789" cy="2386"/>
            </a:xfrm>
            <a:custGeom>
              <a:avLst/>
              <a:gdLst>
                <a:gd name="T0" fmla="*/ 0 w 1789"/>
                <a:gd name="T1" fmla="+- 0 12290 12290"/>
                <a:gd name="T2" fmla="*/ 12290 h 2386"/>
                <a:gd name="T3" fmla="*/ 0 w 1789"/>
                <a:gd name="T4" fmla="+- 0 13484 12290"/>
                <a:gd name="T5" fmla="*/ 13484 h 2386"/>
                <a:gd name="T6" fmla="*/ 1192 w 1789"/>
                <a:gd name="T7" fmla="+- 0 14676 12290"/>
                <a:gd name="T8" fmla="*/ 14676 h 2386"/>
                <a:gd name="T9" fmla="*/ 1789 w 1789"/>
                <a:gd name="T10" fmla="+- 0 14079 12290"/>
                <a:gd name="T11" fmla="*/ 14079 h 2386"/>
                <a:gd name="T12" fmla="*/ 0 w 1789"/>
                <a:gd name="T13" fmla="+- 0 12290 12290"/>
                <a:gd name="T14" fmla="*/ 12290 h 2386"/>
              </a:gdLst>
              <a:ahLst/>
              <a:cxnLst>
                <a:cxn ang="0">
                  <a:pos x="T0" y="T2"/>
                </a:cxn>
                <a:cxn ang="0">
                  <a:pos x="T3" y="T5"/>
                </a:cxn>
                <a:cxn ang="0">
                  <a:pos x="T6" y="T8"/>
                </a:cxn>
                <a:cxn ang="0">
                  <a:pos x="T9" y="T11"/>
                </a:cxn>
                <a:cxn ang="0">
                  <a:pos x="T12" y="T14"/>
                </a:cxn>
              </a:cxnLst>
              <a:rect l="0" t="0" r="r" b="b"/>
              <a:pathLst>
                <a:path w="1789" h="2386">
                  <a:moveTo>
                    <a:pt x="0" y="0"/>
                  </a:moveTo>
                  <a:lnTo>
                    <a:pt x="0" y="1194"/>
                  </a:lnTo>
                  <a:lnTo>
                    <a:pt x="1192" y="2386"/>
                  </a:lnTo>
                  <a:lnTo>
                    <a:pt x="1789" y="1789"/>
                  </a:lnTo>
                  <a:lnTo>
                    <a:pt x="0" y="0"/>
                  </a:lnTo>
                  <a:close/>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1" name="Freeform 10">
              <a:extLst>
                <a:ext uri="{FF2B5EF4-FFF2-40B4-BE49-F238E27FC236}">
                  <a16:creationId xmlns:a16="http://schemas.microsoft.com/office/drawing/2014/main" id="{43B40037-7481-524B-8685-404D965690F2}"/>
                </a:ext>
              </a:extLst>
            </p:cNvPr>
            <p:cNvSpPr>
              <a:spLocks/>
            </p:cNvSpPr>
            <p:nvPr/>
          </p:nvSpPr>
          <p:spPr bwMode="auto">
            <a:xfrm>
              <a:off x="0" y="14678"/>
              <a:ext cx="1162" cy="1162"/>
            </a:xfrm>
            <a:custGeom>
              <a:avLst/>
              <a:gdLst>
                <a:gd name="T0" fmla="*/ 0 w 1162"/>
                <a:gd name="T1" fmla="+- 0 14679 14679"/>
                <a:gd name="T2" fmla="*/ 14679 h 1162"/>
                <a:gd name="T3" fmla="*/ 0 w 1162"/>
                <a:gd name="T4" fmla="+- 0 15840 14679"/>
                <a:gd name="T5" fmla="*/ 15840 h 1162"/>
                <a:gd name="T6" fmla="*/ 1161 w 1162"/>
                <a:gd name="T7" fmla="+- 0 15840 14679"/>
                <a:gd name="T8" fmla="*/ 15840 h 1162"/>
                <a:gd name="T9" fmla="*/ 0 w 1162"/>
                <a:gd name="T10" fmla="+- 0 14679 14679"/>
                <a:gd name="T11" fmla="*/ 14679 h 1162"/>
              </a:gdLst>
              <a:ahLst/>
              <a:cxnLst>
                <a:cxn ang="0">
                  <a:pos x="T0" y="T2"/>
                </a:cxn>
                <a:cxn ang="0">
                  <a:pos x="T3" y="T5"/>
                </a:cxn>
                <a:cxn ang="0">
                  <a:pos x="T6" y="T8"/>
                </a:cxn>
                <a:cxn ang="0">
                  <a:pos x="T9" y="T11"/>
                </a:cxn>
              </a:cxnLst>
              <a:rect l="0" t="0" r="r" b="b"/>
              <a:pathLst>
                <a:path w="1162" h="1162">
                  <a:moveTo>
                    <a:pt x="0" y="0"/>
                  </a:moveTo>
                  <a:lnTo>
                    <a:pt x="0" y="1161"/>
                  </a:lnTo>
                  <a:lnTo>
                    <a:pt x="1161" y="1161"/>
                  </a:lnTo>
                  <a:lnTo>
                    <a:pt x="0"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2" name="Freeform 11">
              <a:extLst>
                <a:ext uri="{FF2B5EF4-FFF2-40B4-BE49-F238E27FC236}">
                  <a16:creationId xmlns:a16="http://schemas.microsoft.com/office/drawing/2014/main" id="{7B759713-8408-EE47-9394-3DA6F5E4B624}"/>
                </a:ext>
              </a:extLst>
            </p:cNvPr>
            <p:cNvSpPr>
              <a:spLocks/>
            </p:cNvSpPr>
            <p:nvPr/>
          </p:nvSpPr>
          <p:spPr bwMode="auto">
            <a:xfrm>
              <a:off x="1221" y="14675"/>
              <a:ext cx="2329" cy="1165"/>
            </a:xfrm>
            <a:custGeom>
              <a:avLst/>
              <a:gdLst>
                <a:gd name="T0" fmla="+- 0 3550 1221"/>
                <a:gd name="T1" fmla="*/ T0 w 2329"/>
                <a:gd name="T2" fmla="+- 0 15840 14676"/>
                <a:gd name="T3" fmla="*/ 15840 h 1165"/>
                <a:gd name="T4" fmla="+- 0 2386 1221"/>
                <a:gd name="T5" fmla="*/ T4 w 2329"/>
                <a:gd name="T6" fmla="+- 0 14676 14676"/>
                <a:gd name="T7" fmla="*/ 14676 h 1165"/>
                <a:gd name="T8" fmla="+- 0 1221 1221"/>
                <a:gd name="T9" fmla="*/ T8 w 2329"/>
                <a:gd name="T10" fmla="+- 0 15840 14676"/>
                <a:gd name="T11" fmla="*/ 15840 h 1165"/>
                <a:gd name="T12" fmla="+- 0 3550 1221"/>
                <a:gd name="T13" fmla="*/ T12 w 2329"/>
                <a:gd name="T14" fmla="+- 0 15840 14676"/>
                <a:gd name="T15" fmla="*/ 15840 h 1165"/>
              </a:gdLst>
              <a:ahLst/>
              <a:cxnLst>
                <a:cxn ang="0">
                  <a:pos x="T1" y="T3"/>
                </a:cxn>
                <a:cxn ang="0">
                  <a:pos x="T5" y="T7"/>
                </a:cxn>
                <a:cxn ang="0">
                  <a:pos x="T9" y="T11"/>
                </a:cxn>
                <a:cxn ang="0">
                  <a:pos x="T13" y="T15"/>
                </a:cxn>
              </a:cxnLst>
              <a:rect l="0" t="0" r="r" b="b"/>
              <a:pathLst>
                <a:path w="2329" h="1165">
                  <a:moveTo>
                    <a:pt x="2329" y="1164"/>
                  </a:moveTo>
                  <a:lnTo>
                    <a:pt x="1165" y="0"/>
                  </a:lnTo>
                  <a:lnTo>
                    <a:pt x="0" y="1164"/>
                  </a:lnTo>
                  <a:lnTo>
                    <a:pt x="2329" y="1164"/>
                  </a:lnTo>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grpSp>
      <p:cxnSp>
        <p:nvCxnSpPr>
          <p:cNvPr id="13" name="Straight Connector 12">
            <a:extLst>
              <a:ext uri="{FF2B5EF4-FFF2-40B4-BE49-F238E27FC236}">
                <a16:creationId xmlns:a16="http://schemas.microsoft.com/office/drawing/2014/main" id="{A69706A2-3726-FE4E-B923-E75D48597816}"/>
              </a:ext>
              <a:ext uri="{C183D7F6-B498-43B3-948B-1728B52AA6E4}">
                <adec:decorative xmlns:adec="http://schemas.microsoft.com/office/drawing/2017/decorative" val="1"/>
              </a:ext>
            </a:extLst>
          </p:cNvPr>
          <p:cNvCxnSpPr>
            <a:cxnSpLocks/>
          </p:cNvCxnSpPr>
          <p:nvPr userDrawn="1"/>
        </p:nvCxnSpPr>
        <p:spPr>
          <a:xfrm>
            <a:off x="6309360" y="3950208"/>
            <a:ext cx="2133600" cy="3992"/>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413275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1">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806C6F65-35CD-D64B-992A-0C1C1E00384D}"/>
              </a:ext>
              <a:ext uri="{C183D7F6-B498-43B3-948B-1728B52AA6E4}">
                <adec:decorative xmlns:adec="http://schemas.microsoft.com/office/drawing/2017/decorative" val="1"/>
              </a:ext>
            </a:extLst>
          </p:cNvPr>
          <p:cNvGrpSpPr/>
          <p:nvPr userDrawn="1"/>
        </p:nvGrpSpPr>
        <p:grpSpPr>
          <a:xfrm>
            <a:off x="6362700" y="0"/>
            <a:ext cx="5829298" cy="3235602"/>
            <a:chOff x="5612972" y="1"/>
            <a:chExt cx="6615961" cy="3672246"/>
          </a:xfrm>
        </p:grpSpPr>
        <p:sp>
          <p:nvSpPr>
            <p:cNvPr id="7" name="AutoShape 24">
              <a:extLst>
                <a:ext uri="{FF2B5EF4-FFF2-40B4-BE49-F238E27FC236}">
                  <a16:creationId xmlns:a16="http://schemas.microsoft.com/office/drawing/2014/main" id="{CFD467E2-FF13-7E4F-BEF9-EA1A17665B2D}"/>
                </a:ext>
              </a:extLst>
            </p:cNvPr>
            <p:cNvSpPr>
              <a:spLocks/>
            </p:cNvSpPr>
            <p:nvPr/>
          </p:nvSpPr>
          <p:spPr bwMode="auto">
            <a:xfrm>
              <a:off x="5612972" y="1"/>
              <a:ext cx="4408998" cy="3672246"/>
            </a:xfrm>
            <a:custGeom>
              <a:avLst/>
              <a:gdLst>
                <a:gd name="T0" fmla="+- 0 8372 6586"/>
                <a:gd name="T1" fmla="*/ T0 w 3578"/>
                <a:gd name="T2" fmla="*/ 591 h 2980"/>
                <a:gd name="T3" fmla="+- 0 7780 6586"/>
                <a:gd name="T4" fmla="*/ T3 w 3578"/>
                <a:gd name="T5" fmla="*/ 0 h 2980"/>
                <a:gd name="T6" fmla="+- 0 6586 6586"/>
                <a:gd name="T7" fmla="*/ T6 w 3578"/>
                <a:gd name="T8" fmla="*/ 0 h 2980"/>
                <a:gd name="T9" fmla="+- 0 7774 6586"/>
                <a:gd name="T10" fmla="*/ T9 w 3578"/>
                <a:gd name="T11" fmla="*/ 1188 h 2980"/>
                <a:gd name="T12" fmla="+- 0 8372 6586"/>
                <a:gd name="T13" fmla="*/ T12 w 3578"/>
                <a:gd name="T14" fmla="*/ 591 h 2980"/>
                <a:gd name="T15" fmla="+- 0 10163 6586"/>
                <a:gd name="T16" fmla="*/ T15 w 3578"/>
                <a:gd name="T17" fmla="*/ 2383 h 2980"/>
                <a:gd name="T18" fmla="+- 0 9566 6586"/>
                <a:gd name="T19" fmla="*/ T18 w 3578"/>
                <a:gd name="T20" fmla="*/ 1786 h 2980"/>
                <a:gd name="T21" fmla="+- 0 8969 6586"/>
                <a:gd name="T22" fmla="*/ T21 w 3578"/>
                <a:gd name="T23" fmla="*/ 2383 h 2980"/>
                <a:gd name="T24" fmla="+- 0 9566 6586"/>
                <a:gd name="T25" fmla="*/ T24 w 3578"/>
                <a:gd name="T26" fmla="*/ 2980 h 2980"/>
                <a:gd name="T27" fmla="+- 0 10163 6586"/>
                <a:gd name="T28" fmla="*/ T27 w 3578"/>
                <a:gd name="T29" fmla="*/ 2383 h 2980"/>
              </a:gdLst>
              <a:ahLst/>
              <a:cxnLst>
                <a:cxn ang="0">
                  <a:pos x="T1" y="T2"/>
                </a:cxn>
                <a:cxn ang="0">
                  <a:pos x="T4" y="T5"/>
                </a:cxn>
                <a:cxn ang="0">
                  <a:pos x="T7" y="T8"/>
                </a:cxn>
                <a:cxn ang="0">
                  <a:pos x="T10" y="T11"/>
                </a:cxn>
                <a:cxn ang="0">
                  <a:pos x="T13" y="T14"/>
                </a:cxn>
                <a:cxn ang="0">
                  <a:pos x="T16" y="T17"/>
                </a:cxn>
                <a:cxn ang="0">
                  <a:pos x="T19" y="T20"/>
                </a:cxn>
                <a:cxn ang="0">
                  <a:pos x="T22" y="T23"/>
                </a:cxn>
                <a:cxn ang="0">
                  <a:pos x="T25" y="T26"/>
                </a:cxn>
                <a:cxn ang="0">
                  <a:pos x="T28" y="T29"/>
                </a:cxn>
              </a:cxnLst>
              <a:rect l="0" t="0" r="r" b="b"/>
              <a:pathLst>
                <a:path w="3578" h="2980">
                  <a:moveTo>
                    <a:pt x="1786" y="591"/>
                  </a:moveTo>
                  <a:lnTo>
                    <a:pt x="1194" y="0"/>
                  </a:lnTo>
                  <a:lnTo>
                    <a:pt x="0" y="0"/>
                  </a:lnTo>
                  <a:lnTo>
                    <a:pt x="1188" y="1188"/>
                  </a:lnTo>
                  <a:lnTo>
                    <a:pt x="1786" y="591"/>
                  </a:lnTo>
                  <a:moveTo>
                    <a:pt x="3577" y="2383"/>
                  </a:moveTo>
                  <a:lnTo>
                    <a:pt x="2980" y="1786"/>
                  </a:lnTo>
                  <a:lnTo>
                    <a:pt x="2383" y="2383"/>
                  </a:lnTo>
                  <a:lnTo>
                    <a:pt x="2980" y="2980"/>
                  </a:lnTo>
                  <a:lnTo>
                    <a:pt x="3577" y="2383"/>
                  </a:lnTo>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8" name="Freeform 7">
              <a:extLst>
                <a:ext uri="{FF2B5EF4-FFF2-40B4-BE49-F238E27FC236}">
                  <a16:creationId xmlns:a16="http://schemas.microsoft.com/office/drawing/2014/main" id="{CA85A327-3157-B442-993A-6900F71249AC}"/>
                </a:ext>
              </a:extLst>
            </p:cNvPr>
            <p:cNvSpPr>
              <a:spLocks/>
            </p:cNvSpPr>
            <p:nvPr/>
          </p:nvSpPr>
          <p:spPr bwMode="auto">
            <a:xfrm>
              <a:off x="6341233" y="1463970"/>
              <a:ext cx="2208196" cy="2208277"/>
            </a:xfrm>
            <a:custGeom>
              <a:avLst/>
              <a:gdLst>
                <a:gd name="T0" fmla="+- 0 7774 7177"/>
                <a:gd name="T1" fmla="*/ T0 w 1792"/>
                <a:gd name="T2" fmla="+- 0 1188 1188"/>
                <a:gd name="T3" fmla="*/ 1188 h 1792"/>
                <a:gd name="T4" fmla="+- 0 7177 7177"/>
                <a:gd name="T5" fmla="*/ T4 w 1792"/>
                <a:gd name="T6" fmla="+- 0 1786 1188"/>
                <a:gd name="T7" fmla="*/ 1786 h 1792"/>
                <a:gd name="T8" fmla="+- 0 8372 7177"/>
                <a:gd name="T9" fmla="*/ T8 w 1792"/>
                <a:gd name="T10" fmla="+- 0 2980 1188"/>
                <a:gd name="T11" fmla="*/ 2980 h 1792"/>
                <a:gd name="T12" fmla="+- 0 8969 7177"/>
                <a:gd name="T13" fmla="*/ T12 w 1792"/>
                <a:gd name="T14" fmla="+- 0 2383 1188"/>
                <a:gd name="T15" fmla="*/ 2383 h 1792"/>
                <a:gd name="T16" fmla="+- 0 7774 7177"/>
                <a:gd name="T17" fmla="*/ T16 w 1792"/>
                <a:gd name="T18" fmla="+- 0 1188 1188"/>
                <a:gd name="T19" fmla="*/ 1188 h 1792"/>
              </a:gdLst>
              <a:ahLst/>
              <a:cxnLst>
                <a:cxn ang="0">
                  <a:pos x="T1" y="T3"/>
                </a:cxn>
                <a:cxn ang="0">
                  <a:pos x="T5" y="T7"/>
                </a:cxn>
                <a:cxn ang="0">
                  <a:pos x="T9" y="T11"/>
                </a:cxn>
                <a:cxn ang="0">
                  <a:pos x="T13" y="T15"/>
                </a:cxn>
                <a:cxn ang="0">
                  <a:pos x="T17" y="T19"/>
                </a:cxn>
              </a:cxnLst>
              <a:rect l="0" t="0" r="r" b="b"/>
              <a:pathLst>
                <a:path w="1792" h="1792">
                  <a:moveTo>
                    <a:pt x="597" y="0"/>
                  </a:moveTo>
                  <a:lnTo>
                    <a:pt x="0" y="598"/>
                  </a:lnTo>
                  <a:lnTo>
                    <a:pt x="1195" y="1792"/>
                  </a:lnTo>
                  <a:lnTo>
                    <a:pt x="1792" y="1195"/>
                  </a:lnTo>
                  <a:lnTo>
                    <a:pt x="597" y="0"/>
                  </a:lnTo>
                  <a:close/>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9" name="Freeform 8">
              <a:extLst>
                <a:ext uri="{FF2B5EF4-FFF2-40B4-BE49-F238E27FC236}">
                  <a16:creationId xmlns:a16="http://schemas.microsoft.com/office/drawing/2014/main" id="{9A459CB4-74AF-0544-AB1E-7CC6D10F84EB}"/>
                </a:ext>
              </a:extLst>
            </p:cNvPr>
            <p:cNvSpPr>
              <a:spLocks/>
            </p:cNvSpPr>
            <p:nvPr/>
          </p:nvSpPr>
          <p:spPr bwMode="auto">
            <a:xfrm>
              <a:off x="8555590" y="1"/>
              <a:ext cx="1457754" cy="729520"/>
            </a:xfrm>
            <a:custGeom>
              <a:avLst/>
              <a:gdLst>
                <a:gd name="T0" fmla="+- 0 10158 8975"/>
                <a:gd name="T1" fmla="*/ T0 w 1183"/>
                <a:gd name="T2" fmla="*/ 0 h 592"/>
                <a:gd name="T3" fmla="+- 0 8975 8975"/>
                <a:gd name="T4" fmla="*/ T3 w 1183"/>
                <a:gd name="T5" fmla="*/ 0 h 592"/>
                <a:gd name="T6" fmla="+- 0 9566 8975"/>
                <a:gd name="T7" fmla="*/ T6 w 1183"/>
                <a:gd name="T8" fmla="*/ 591 h 592"/>
                <a:gd name="T9" fmla="+- 0 10158 8975"/>
                <a:gd name="T10" fmla="*/ T9 w 1183"/>
                <a:gd name="T11" fmla="*/ 0 h 592"/>
              </a:gdLst>
              <a:ahLst/>
              <a:cxnLst>
                <a:cxn ang="0">
                  <a:pos x="T1" y="T2"/>
                </a:cxn>
                <a:cxn ang="0">
                  <a:pos x="T4" y="T5"/>
                </a:cxn>
                <a:cxn ang="0">
                  <a:pos x="T7" y="T8"/>
                </a:cxn>
                <a:cxn ang="0">
                  <a:pos x="T10" y="T11"/>
                </a:cxn>
              </a:cxnLst>
              <a:rect l="0" t="0" r="r" b="b"/>
              <a:pathLst>
                <a:path w="1183" h="592">
                  <a:moveTo>
                    <a:pt x="1183" y="0"/>
                  </a:moveTo>
                  <a:lnTo>
                    <a:pt x="0" y="0"/>
                  </a:lnTo>
                  <a:lnTo>
                    <a:pt x="591" y="591"/>
                  </a:lnTo>
                  <a:lnTo>
                    <a:pt x="1183" y="0"/>
                  </a:lnTo>
                  <a:close/>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0" name="Freeform 9">
              <a:extLst>
                <a:ext uri="{FF2B5EF4-FFF2-40B4-BE49-F238E27FC236}">
                  <a16:creationId xmlns:a16="http://schemas.microsoft.com/office/drawing/2014/main" id="{95A20BFD-9142-D64A-A78A-61B75FCA0D76}"/>
                </a:ext>
              </a:extLst>
            </p:cNvPr>
            <p:cNvSpPr>
              <a:spLocks/>
            </p:cNvSpPr>
            <p:nvPr/>
          </p:nvSpPr>
          <p:spPr bwMode="auto">
            <a:xfrm>
              <a:off x="7076887" y="728289"/>
              <a:ext cx="2208196" cy="2208277"/>
            </a:xfrm>
            <a:custGeom>
              <a:avLst/>
              <a:gdLst>
                <a:gd name="T0" fmla="+- 0 8372 7774"/>
                <a:gd name="T1" fmla="*/ T0 w 1792"/>
                <a:gd name="T2" fmla="+- 0 591 591"/>
                <a:gd name="T3" fmla="*/ 591 h 1792"/>
                <a:gd name="T4" fmla="+- 0 7774 7774"/>
                <a:gd name="T5" fmla="*/ T4 w 1792"/>
                <a:gd name="T6" fmla="+- 0 1188 591"/>
                <a:gd name="T7" fmla="*/ 1188 h 1792"/>
                <a:gd name="T8" fmla="+- 0 8969 7774"/>
                <a:gd name="T9" fmla="*/ T8 w 1792"/>
                <a:gd name="T10" fmla="+- 0 2383 591"/>
                <a:gd name="T11" fmla="*/ 2383 h 1792"/>
                <a:gd name="T12" fmla="+- 0 9566 7774"/>
                <a:gd name="T13" fmla="*/ T12 w 1792"/>
                <a:gd name="T14" fmla="+- 0 1786 591"/>
                <a:gd name="T15" fmla="*/ 1786 h 1792"/>
                <a:gd name="T16" fmla="+- 0 8372 7774"/>
                <a:gd name="T17" fmla="*/ T16 w 1792"/>
                <a:gd name="T18" fmla="+- 0 591 591"/>
                <a:gd name="T19" fmla="*/ 591 h 1792"/>
              </a:gdLst>
              <a:ahLst/>
              <a:cxnLst>
                <a:cxn ang="0">
                  <a:pos x="T1" y="T3"/>
                </a:cxn>
                <a:cxn ang="0">
                  <a:pos x="T5" y="T7"/>
                </a:cxn>
                <a:cxn ang="0">
                  <a:pos x="T9" y="T11"/>
                </a:cxn>
                <a:cxn ang="0">
                  <a:pos x="T13" y="T15"/>
                </a:cxn>
                <a:cxn ang="0">
                  <a:pos x="T17" y="T19"/>
                </a:cxn>
              </a:cxnLst>
              <a:rect l="0" t="0" r="r" b="b"/>
              <a:pathLst>
                <a:path w="1792" h="1792">
                  <a:moveTo>
                    <a:pt x="598" y="0"/>
                  </a:moveTo>
                  <a:lnTo>
                    <a:pt x="0" y="597"/>
                  </a:lnTo>
                  <a:lnTo>
                    <a:pt x="1195" y="1792"/>
                  </a:lnTo>
                  <a:lnTo>
                    <a:pt x="1792" y="1195"/>
                  </a:lnTo>
                  <a:lnTo>
                    <a:pt x="598" y="0"/>
                  </a:lnTo>
                  <a:close/>
                </a:path>
              </a:pathLst>
            </a:custGeom>
            <a:solidFill>
              <a:schemeClr val="tx2"/>
            </a:solidFill>
            <a:ln>
              <a:noFill/>
            </a:ln>
          </p:spPr>
          <p:txBody>
            <a:bodyPr rot="0" vert="horz" wrap="square" lIns="91440" tIns="45720" rIns="91440" bIns="45720" anchor="t" anchorCtr="0" upright="1">
              <a:noAutofit/>
            </a:bodyPr>
            <a:lstStyle/>
            <a:p>
              <a:endParaRPr lang="en-US" dirty="0"/>
            </a:p>
          </p:txBody>
        </p:sp>
        <p:sp>
          <p:nvSpPr>
            <p:cNvPr id="11" name="Freeform 10">
              <a:extLst>
                <a:ext uri="{FF2B5EF4-FFF2-40B4-BE49-F238E27FC236}">
                  <a16:creationId xmlns:a16="http://schemas.microsoft.com/office/drawing/2014/main" id="{B80736DF-C890-DB47-AEAA-D3D92505E632}"/>
                </a:ext>
              </a:extLst>
            </p:cNvPr>
            <p:cNvSpPr>
              <a:spLocks/>
            </p:cNvSpPr>
            <p:nvPr/>
          </p:nvSpPr>
          <p:spPr bwMode="auto">
            <a:xfrm>
              <a:off x="9285083" y="728289"/>
              <a:ext cx="2943850" cy="2943958"/>
            </a:xfrm>
            <a:custGeom>
              <a:avLst/>
              <a:gdLst>
                <a:gd name="T0" fmla="+- 0 11955 9566"/>
                <a:gd name="T1" fmla="*/ T0 w 2389"/>
                <a:gd name="T2" fmla="+- 0 1786 591"/>
                <a:gd name="T3" fmla="*/ 1786 h 2389"/>
                <a:gd name="T4" fmla="+- 0 10760 9566"/>
                <a:gd name="T5" fmla="*/ T4 w 2389"/>
                <a:gd name="T6" fmla="+- 0 591 591"/>
                <a:gd name="T7" fmla="*/ 591 h 2389"/>
                <a:gd name="T8" fmla="+- 0 9566 9566"/>
                <a:gd name="T9" fmla="*/ T8 w 2389"/>
                <a:gd name="T10" fmla="+- 0 1786 591"/>
                <a:gd name="T11" fmla="*/ 1786 h 2389"/>
                <a:gd name="T12" fmla="+- 0 10760 9566"/>
                <a:gd name="T13" fmla="*/ T12 w 2389"/>
                <a:gd name="T14" fmla="+- 0 2980 591"/>
                <a:gd name="T15" fmla="*/ 2980 h 2389"/>
                <a:gd name="T16" fmla="+- 0 11955 9566"/>
                <a:gd name="T17" fmla="*/ T16 w 2389"/>
                <a:gd name="T18" fmla="+- 0 1786 591"/>
                <a:gd name="T19" fmla="*/ 1786 h 2389"/>
              </a:gdLst>
              <a:ahLst/>
              <a:cxnLst>
                <a:cxn ang="0">
                  <a:pos x="T1" y="T3"/>
                </a:cxn>
                <a:cxn ang="0">
                  <a:pos x="T5" y="T7"/>
                </a:cxn>
                <a:cxn ang="0">
                  <a:pos x="T9" y="T11"/>
                </a:cxn>
                <a:cxn ang="0">
                  <a:pos x="T13" y="T15"/>
                </a:cxn>
                <a:cxn ang="0">
                  <a:pos x="T17" y="T19"/>
                </a:cxn>
              </a:cxnLst>
              <a:rect l="0" t="0" r="r" b="b"/>
              <a:pathLst>
                <a:path w="2389" h="2389">
                  <a:moveTo>
                    <a:pt x="2389" y="1195"/>
                  </a:moveTo>
                  <a:lnTo>
                    <a:pt x="1194" y="0"/>
                  </a:lnTo>
                  <a:lnTo>
                    <a:pt x="0" y="1195"/>
                  </a:lnTo>
                  <a:lnTo>
                    <a:pt x="1194" y="2389"/>
                  </a:lnTo>
                  <a:lnTo>
                    <a:pt x="2389" y="1195"/>
                  </a:lnTo>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grpSp>
      <p:sp>
        <p:nvSpPr>
          <p:cNvPr id="12" name="Title 1">
            <a:extLst>
              <a:ext uri="{FF2B5EF4-FFF2-40B4-BE49-F238E27FC236}">
                <a16:creationId xmlns:a16="http://schemas.microsoft.com/office/drawing/2014/main" id="{39F93F26-ED5C-E74E-BFBD-E3054DC1B9C1}"/>
              </a:ext>
            </a:extLst>
          </p:cNvPr>
          <p:cNvSpPr>
            <a:spLocks noGrp="1"/>
          </p:cNvSpPr>
          <p:nvPr>
            <p:ph type="title" hasCustomPrompt="1"/>
          </p:nvPr>
        </p:nvSpPr>
        <p:spPr>
          <a:xfrm>
            <a:off x="594360" y="189572"/>
            <a:ext cx="6787747" cy="1593507"/>
          </a:xfrm>
          <a:prstGeom prst="rect">
            <a:avLst/>
          </a:prstGeom>
        </p:spPr>
        <p:txBody>
          <a:bodyPr lIns="0" tIns="0" rIns="0" bIns="0" anchor="b" anchorCtr="0">
            <a:noAutofit/>
          </a:bodyPr>
          <a:lstStyle>
            <a:lvl1pPr>
              <a:defRPr sz="4400" b="1" i="0" spc="50" baseline="0">
                <a:latin typeface="+mj-lt"/>
              </a:defRPr>
            </a:lvl1pPr>
          </a:lstStyle>
          <a:p>
            <a:r>
              <a:rPr lang="en-US" dirty="0"/>
              <a:t>Click to add title </a:t>
            </a:r>
          </a:p>
        </p:txBody>
      </p:sp>
      <p:sp>
        <p:nvSpPr>
          <p:cNvPr id="2" name="Content Placeholder 5">
            <a:extLst>
              <a:ext uri="{FF2B5EF4-FFF2-40B4-BE49-F238E27FC236}">
                <a16:creationId xmlns:a16="http://schemas.microsoft.com/office/drawing/2014/main" id="{186153BD-9D2B-47EB-3553-1D3F6663B2A3}"/>
              </a:ext>
            </a:extLst>
          </p:cNvPr>
          <p:cNvSpPr>
            <a:spLocks noGrp="1"/>
          </p:cNvSpPr>
          <p:nvPr>
            <p:ph sz="quarter" idx="13" hasCustomPrompt="1"/>
          </p:nvPr>
        </p:nvSpPr>
        <p:spPr>
          <a:xfrm>
            <a:off x="594359" y="2281918"/>
            <a:ext cx="6787747" cy="3708517"/>
          </a:xfrm>
        </p:spPr>
        <p:txBody>
          <a:bodyPr lIns="0" tIns="228600" rIns="0" bIns="0">
            <a:normAutofit/>
          </a:bodyPr>
          <a:lstStyle>
            <a:lvl1pPr marL="283464" indent="-283464">
              <a:lnSpc>
                <a:spcPct val="80000"/>
              </a:lnSpc>
              <a:spcBef>
                <a:spcPts val="2200"/>
              </a:spcBef>
              <a:buFont typeface="Arial" panose="020B0604020202020204" pitchFamily="34" charset="0"/>
              <a:buChar char="•"/>
              <a:defRPr lang="en-US" sz="2400" b="1" i="0" kern="1200" dirty="0">
                <a:solidFill>
                  <a:schemeClr val="tx2">
                    <a:lumMod val="75000"/>
                  </a:schemeClr>
                </a:solidFill>
                <a:latin typeface="+mn-lt"/>
                <a:ea typeface="+mn-ea"/>
                <a:cs typeface="+mn-cs"/>
              </a:defRPr>
            </a:lvl1pPr>
            <a:lvl2pPr indent="-283464">
              <a:spcBef>
                <a:spcPts val="600"/>
              </a:spcBef>
              <a:defRPr sz="2000"/>
            </a:lvl2pPr>
            <a:lvl3pPr indent="-283464">
              <a:spcBef>
                <a:spcPts val="1800"/>
              </a:spcBef>
              <a:defRPr sz="2000"/>
            </a:lvl3pPr>
            <a:lvl4pPr indent="-283464">
              <a:spcBef>
                <a:spcPts val="1800"/>
              </a:spcBef>
              <a:defRPr sz="2000"/>
            </a:lvl4pPr>
            <a:lvl5pPr indent="-283464">
              <a:spcBef>
                <a:spcPts val="1800"/>
              </a:spcBef>
              <a:defRPr sz="20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3" name="Slide Number Placeholder 42">
            <a:extLst>
              <a:ext uri="{FF2B5EF4-FFF2-40B4-BE49-F238E27FC236}">
                <a16:creationId xmlns:a16="http://schemas.microsoft.com/office/drawing/2014/main" id="{D80CCC8F-9CF1-9621-04EB-DFA68FEE42D2}"/>
              </a:ext>
            </a:extLst>
          </p:cNvPr>
          <p:cNvSpPr>
            <a:spLocks noGrp="1"/>
          </p:cNvSpPr>
          <p:nvPr>
            <p:ph type="sldNum" sz="quarter" idx="26"/>
          </p:nvPr>
        </p:nvSpPr>
        <p:spPr/>
        <p:txBody>
          <a:bodyPr/>
          <a:lstStyle/>
          <a:p>
            <a:fld id="{294A09A9-5501-47C1-A89A-A340965A2BE2}" type="slidenum">
              <a:rPr lang="en-US" smtClean="0"/>
              <a:pPr/>
              <a:t>‹#›</a:t>
            </a:fld>
            <a:endParaRPr lang="en-US" dirty="0">
              <a:latin typeface="+mn-lt"/>
            </a:endParaRPr>
          </a:p>
        </p:txBody>
      </p:sp>
      <p:sp>
        <p:nvSpPr>
          <p:cNvPr id="42" name="Date Placeholder 41">
            <a:extLst>
              <a:ext uri="{FF2B5EF4-FFF2-40B4-BE49-F238E27FC236}">
                <a16:creationId xmlns:a16="http://schemas.microsoft.com/office/drawing/2014/main" id="{29CE2856-DB8F-5603-C085-74C70560FAC8}"/>
              </a:ext>
            </a:extLst>
          </p:cNvPr>
          <p:cNvSpPr>
            <a:spLocks noGrp="1"/>
          </p:cNvSpPr>
          <p:nvPr>
            <p:ph type="dt" sz="half" idx="25"/>
          </p:nvPr>
        </p:nvSpPr>
        <p:spPr/>
        <p:txBody>
          <a:bodyPr/>
          <a:lstStyle/>
          <a:p>
            <a:endParaRPr lang="en-US" dirty="0">
              <a:latin typeface="+mn-lt"/>
            </a:endParaRPr>
          </a:p>
        </p:txBody>
      </p:sp>
      <p:cxnSp>
        <p:nvCxnSpPr>
          <p:cNvPr id="4" name="Straight Connector 3">
            <a:extLst>
              <a:ext uri="{FF2B5EF4-FFF2-40B4-BE49-F238E27FC236}">
                <a16:creationId xmlns:a16="http://schemas.microsoft.com/office/drawing/2014/main" id="{979826C1-7A52-DA25-F422-EE62DED7D1B6}"/>
              </a:ext>
              <a:ext uri="{C183D7F6-B498-43B3-948B-1728B52AA6E4}">
                <adec:decorative xmlns:adec="http://schemas.microsoft.com/office/drawing/2017/decorative" val="1"/>
              </a:ext>
            </a:extLst>
          </p:cNvPr>
          <p:cNvCxnSpPr>
            <a:cxnSpLocks/>
          </p:cNvCxnSpPr>
          <p:nvPr userDrawn="1"/>
        </p:nvCxnSpPr>
        <p:spPr>
          <a:xfrm>
            <a:off x="594360" y="2148840"/>
            <a:ext cx="2130552" cy="0"/>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5180892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Title">
    <p:bg>
      <p:bgPr>
        <a:solidFill>
          <a:schemeClr val="accent3"/>
        </a:solidFill>
        <a:effectLst/>
      </p:bgPr>
    </p:bg>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B79D0555-EBDC-B53A-212D-A5921795FEC8}"/>
              </a:ext>
            </a:extLst>
          </p:cNvPr>
          <p:cNvSpPr>
            <a:spLocks noGrp="1"/>
          </p:cNvSpPr>
          <p:nvPr>
            <p:ph type="pic" sz="quarter" idx="13"/>
          </p:nvPr>
        </p:nvSpPr>
        <p:spPr>
          <a:xfrm>
            <a:off x="0" y="0"/>
            <a:ext cx="12192000" cy="6880543"/>
          </a:xfrm>
          <a:custGeom>
            <a:avLst/>
            <a:gdLst>
              <a:gd name="connsiteX0" fmla="*/ 6309360 w 12192000"/>
              <a:gd name="connsiteY0" fmla="*/ 3951843 h 6880543"/>
              <a:gd name="connsiteX1" fmla="*/ 6309360 w 12192000"/>
              <a:gd name="connsiteY1" fmla="*/ 4052427 h 6880543"/>
              <a:gd name="connsiteX2" fmla="*/ 8442960 w 12192000"/>
              <a:gd name="connsiteY2" fmla="*/ 4052427 h 6880543"/>
              <a:gd name="connsiteX3" fmla="*/ 8442960 w 12192000"/>
              <a:gd name="connsiteY3" fmla="*/ 3951843 h 6880543"/>
              <a:gd name="connsiteX4" fmla="*/ 0 w 12192000"/>
              <a:gd name="connsiteY4" fmla="*/ 0 h 6880543"/>
              <a:gd name="connsiteX5" fmla="*/ 12192000 w 12192000"/>
              <a:gd name="connsiteY5" fmla="*/ 0 h 6880543"/>
              <a:gd name="connsiteX6" fmla="*/ 12192000 w 12192000"/>
              <a:gd name="connsiteY6" fmla="*/ 6880543 h 6880543"/>
              <a:gd name="connsiteX7" fmla="*/ 0 w 12192000"/>
              <a:gd name="connsiteY7" fmla="*/ 6880543 h 68805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880543">
                <a:moveTo>
                  <a:pt x="6309360" y="3951843"/>
                </a:moveTo>
                <a:lnTo>
                  <a:pt x="6309360" y="4052427"/>
                </a:lnTo>
                <a:lnTo>
                  <a:pt x="8442960" y="4052427"/>
                </a:lnTo>
                <a:lnTo>
                  <a:pt x="8442960" y="3951843"/>
                </a:lnTo>
                <a:close/>
                <a:moveTo>
                  <a:pt x="0" y="0"/>
                </a:moveTo>
                <a:lnTo>
                  <a:pt x="12192000" y="0"/>
                </a:lnTo>
                <a:lnTo>
                  <a:pt x="12192000" y="6880543"/>
                </a:lnTo>
                <a:lnTo>
                  <a:pt x="0" y="6880543"/>
                </a:lnTo>
                <a:close/>
              </a:path>
            </a:pathLst>
          </a:custGeom>
        </p:spPr>
        <p:txBody>
          <a:bodyPr wrap="square" tIns="182880">
            <a:noAutofit/>
          </a:bodyPr>
          <a:lstStyle>
            <a:lvl1pPr marL="0" indent="0" algn="ctr">
              <a:buNone/>
              <a:defRPr sz="2000">
                <a:solidFill>
                  <a:schemeClr val="tx1"/>
                </a:solidFill>
              </a:defRPr>
            </a:lvl1pPr>
          </a:lstStyle>
          <a:p>
            <a:r>
              <a:rPr lang="en-US"/>
              <a:t>Click icon to add picture</a:t>
            </a:r>
            <a:endParaRPr lang="en-US" dirty="0"/>
          </a:p>
        </p:txBody>
      </p:sp>
      <p:sp>
        <p:nvSpPr>
          <p:cNvPr id="18" name="Title 1">
            <a:extLst>
              <a:ext uri="{FF2B5EF4-FFF2-40B4-BE49-F238E27FC236}">
                <a16:creationId xmlns:a16="http://schemas.microsoft.com/office/drawing/2014/main" id="{8D492973-78E3-D34E-835E-CF2D4517016D}"/>
              </a:ext>
            </a:extLst>
          </p:cNvPr>
          <p:cNvSpPr>
            <a:spLocks noGrp="1"/>
          </p:cNvSpPr>
          <p:nvPr>
            <p:ph type="title" hasCustomPrompt="1"/>
          </p:nvPr>
        </p:nvSpPr>
        <p:spPr>
          <a:xfrm>
            <a:off x="6309359" y="444933"/>
            <a:ext cx="5477479" cy="3291840"/>
          </a:xfrm>
          <a:prstGeom prst="rect">
            <a:avLst/>
          </a:prstGeom>
        </p:spPr>
        <p:txBody>
          <a:bodyPr lIns="0" tIns="0" rIns="0" bIns="0" anchor="b" anchorCtr="0">
            <a:noAutofit/>
          </a:bodyPr>
          <a:lstStyle>
            <a:lvl1pPr>
              <a:defRPr sz="6000" b="1" i="0" baseline="0">
                <a:solidFill>
                  <a:schemeClr val="tx1"/>
                </a:solidFill>
                <a:latin typeface="+mj-lt"/>
              </a:defRPr>
            </a:lvl1pPr>
          </a:lstStyle>
          <a:p>
            <a:r>
              <a:rPr lang="en-US" dirty="0"/>
              <a:t>Click to add title </a:t>
            </a:r>
          </a:p>
        </p:txBody>
      </p:sp>
      <p:sp>
        <p:nvSpPr>
          <p:cNvPr id="7" name="Rectangle 6">
            <a:extLst>
              <a:ext uri="{FF2B5EF4-FFF2-40B4-BE49-F238E27FC236}">
                <a16:creationId xmlns:a16="http://schemas.microsoft.com/office/drawing/2014/main" id="{D96BA398-1ED2-1FCA-63B9-8915A8C7A524}"/>
              </a:ext>
              <a:ext uri="{C183D7F6-B498-43B3-948B-1728B52AA6E4}">
                <adec:decorative xmlns:adec="http://schemas.microsoft.com/office/drawing/2017/decorative" val="1"/>
              </a:ext>
            </a:extLst>
          </p:cNvPr>
          <p:cNvSpPr/>
          <p:nvPr userDrawn="1"/>
        </p:nvSpPr>
        <p:spPr>
          <a:xfrm>
            <a:off x="6309360" y="3951843"/>
            <a:ext cx="2133600" cy="10058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729169562"/>
      </p:ext>
    </p:extLst>
  </p:cSld>
  <p:clrMapOvr>
    <a:masterClrMapping/>
  </p:clrMapOvr>
  <p:extLst>
    <p:ext uri="{DCECCB84-F9BA-43D5-87BE-67443E8EF086}">
      <p15:sldGuideLst xmlns:p15="http://schemas.microsoft.com/office/powerpoint/2012/main">
        <p15:guide id="2" pos="7104">
          <p15:clr>
            <a:srgbClr val="FBAE40"/>
          </p15:clr>
        </p15:guide>
        <p15:guide id="3" pos="4344" userDrawn="1">
          <p15:clr>
            <a:srgbClr val="FBAE40"/>
          </p15:clr>
        </p15:guide>
        <p15:guide id="4" pos="4560" userDrawn="1">
          <p15:clr>
            <a:srgbClr val="FBAE40"/>
          </p15:clr>
        </p15:guide>
        <p15:guide id="8" orient="horz" pos="1848"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2">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B6987D-0137-DE42-B76B-FF621E808D90}"/>
              </a:ext>
            </a:extLst>
          </p:cNvPr>
          <p:cNvSpPr>
            <a:spLocks noGrp="1"/>
          </p:cNvSpPr>
          <p:nvPr>
            <p:ph type="ctrTitle" hasCustomPrompt="1"/>
          </p:nvPr>
        </p:nvSpPr>
        <p:spPr>
          <a:xfrm>
            <a:off x="6299835" y="430529"/>
            <a:ext cx="5486400" cy="3291840"/>
          </a:xfrm>
          <a:prstGeom prst="rect">
            <a:avLst/>
          </a:prstGeom>
        </p:spPr>
        <p:txBody>
          <a:bodyPr lIns="0" tIns="0" rIns="0" bIns="0" anchor="b">
            <a:noAutofit/>
          </a:bodyPr>
          <a:lstStyle>
            <a:lvl1pPr algn="l">
              <a:lnSpc>
                <a:spcPct val="80000"/>
              </a:lnSpc>
              <a:defRPr sz="6000" b="1" i="0" spc="100" baseline="0">
                <a:solidFill>
                  <a:schemeClr val="bg1"/>
                </a:solidFill>
                <a:latin typeface="+mj-lt"/>
              </a:defRPr>
            </a:lvl1pPr>
          </a:lstStyle>
          <a:p>
            <a:r>
              <a:rPr lang="en-US" dirty="0"/>
              <a:t>Click to add title </a:t>
            </a:r>
          </a:p>
        </p:txBody>
      </p:sp>
      <p:sp>
        <p:nvSpPr>
          <p:cNvPr id="6" name="Picture Placeholder 5">
            <a:extLst>
              <a:ext uri="{FF2B5EF4-FFF2-40B4-BE49-F238E27FC236}">
                <a16:creationId xmlns:a16="http://schemas.microsoft.com/office/drawing/2014/main" id="{A9973BC6-F6E5-0B3B-C8AB-0AC4020D4E8B}"/>
              </a:ext>
            </a:extLst>
          </p:cNvPr>
          <p:cNvSpPr>
            <a:spLocks noGrp="1"/>
          </p:cNvSpPr>
          <p:nvPr>
            <p:ph type="pic" sz="quarter" idx="12"/>
          </p:nvPr>
        </p:nvSpPr>
        <p:spPr>
          <a:xfrm>
            <a:off x="0" y="-11113"/>
            <a:ext cx="5791200" cy="6880226"/>
          </a:xfrm>
        </p:spPr>
        <p:txBody>
          <a:bodyPr>
            <a:normAutofit/>
          </a:bodyPr>
          <a:lstStyle>
            <a:lvl1pPr marL="0" indent="0" algn="ctr">
              <a:buNone/>
              <a:defRPr sz="2000"/>
            </a:lvl1pPr>
          </a:lstStyle>
          <a:p>
            <a:r>
              <a:rPr lang="en-US"/>
              <a:t>Click icon to add picture</a:t>
            </a:r>
            <a:endParaRPr lang="en-US" dirty="0"/>
          </a:p>
        </p:txBody>
      </p:sp>
      <p:sp>
        <p:nvSpPr>
          <p:cNvPr id="18" name="Text Placeholder 29">
            <a:extLst>
              <a:ext uri="{FF2B5EF4-FFF2-40B4-BE49-F238E27FC236}">
                <a16:creationId xmlns:a16="http://schemas.microsoft.com/office/drawing/2014/main" id="{276A9CD7-E675-3048-86D3-3546A2F6B456}"/>
              </a:ext>
            </a:extLst>
          </p:cNvPr>
          <p:cNvSpPr>
            <a:spLocks noGrp="1"/>
          </p:cNvSpPr>
          <p:nvPr>
            <p:ph type="body" sz="quarter" idx="11" hasCustomPrompt="1"/>
          </p:nvPr>
        </p:nvSpPr>
        <p:spPr>
          <a:xfrm>
            <a:off x="6299835" y="4568602"/>
            <a:ext cx="5486400" cy="1645920"/>
          </a:xfrm>
        </p:spPr>
        <p:txBody>
          <a:bodyPr lIns="0" tIns="0" rIns="0" bIns="0">
            <a:noAutofit/>
          </a:bodyPr>
          <a:lstStyle>
            <a:lvl1pPr marL="0" indent="0">
              <a:buNone/>
              <a:defRPr sz="2400" b="1" i="0">
                <a:solidFill>
                  <a:schemeClr val="tx2">
                    <a:lumMod val="75000"/>
                  </a:schemeClr>
                </a:solidFill>
                <a:latin typeface="+mn-lt"/>
              </a:defRPr>
            </a:lvl1pPr>
            <a:lvl2pPr>
              <a:defRPr sz="4000"/>
            </a:lvl2pPr>
            <a:lvl3pPr>
              <a:defRPr sz="4000"/>
            </a:lvl3pPr>
            <a:lvl4pPr>
              <a:defRPr sz="4000"/>
            </a:lvl4pPr>
            <a:lvl5pPr>
              <a:defRPr sz="4000"/>
            </a:lvl5pPr>
          </a:lstStyle>
          <a:p>
            <a:pPr lvl="0"/>
            <a:r>
              <a:rPr lang="en-US" dirty="0"/>
              <a:t>Click to add text</a:t>
            </a:r>
          </a:p>
        </p:txBody>
      </p:sp>
      <p:cxnSp>
        <p:nvCxnSpPr>
          <p:cNvPr id="7" name="Straight Connector 6">
            <a:extLst>
              <a:ext uri="{FF2B5EF4-FFF2-40B4-BE49-F238E27FC236}">
                <a16:creationId xmlns:a16="http://schemas.microsoft.com/office/drawing/2014/main" id="{29169ED6-4B82-6844-119F-AC15CDF2D3E5}"/>
              </a:ext>
              <a:ext uri="{C183D7F6-B498-43B3-948B-1728B52AA6E4}">
                <adec:decorative xmlns:adec="http://schemas.microsoft.com/office/drawing/2017/decorative" val="1"/>
              </a:ext>
            </a:extLst>
          </p:cNvPr>
          <p:cNvCxnSpPr>
            <a:cxnSpLocks/>
          </p:cNvCxnSpPr>
          <p:nvPr userDrawn="1"/>
        </p:nvCxnSpPr>
        <p:spPr>
          <a:xfrm>
            <a:off x="6309360" y="3950208"/>
            <a:ext cx="2133600" cy="3992"/>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9879140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ummary 2">
    <p:bg>
      <p:bgPr>
        <a:solidFill>
          <a:schemeClr val="tx1"/>
        </a:solidFill>
        <a:effectLst/>
      </p:bgPr>
    </p:bg>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C57F1500-1A16-D1EF-4F0C-030852B291FC}"/>
              </a:ext>
              <a:ext uri="{C183D7F6-B498-43B3-948B-1728B52AA6E4}">
                <adec:decorative xmlns:adec="http://schemas.microsoft.com/office/drawing/2017/decorative" val="1"/>
              </a:ext>
            </a:extLst>
          </p:cNvPr>
          <p:cNvCxnSpPr>
            <a:cxnSpLocks/>
          </p:cNvCxnSpPr>
          <p:nvPr userDrawn="1"/>
        </p:nvCxnSpPr>
        <p:spPr>
          <a:xfrm>
            <a:off x="594360" y="2148840"/>
            <a:ext cx="2133600" cy="3992"/>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grpSp>
        <p:nvGrpSpPr>
          <p:cNvPr id="10" name="Group 9">
            <a:extLst>
              <a:ext uri="{FF2B5EF4-FFF2-40B4-BE49-F238E27FC236}">
                <a16:creationId xmlns:a16="http://schemas.microsoft.com/office/drawing/2014/main" id="{2D07A0BE-3890-193E-9439-F294E61A71B9}"/>
              </a:ext>
              <a:ext uri="{C183D7F6-B498-43B3-948B-1728B52AA6E4}">
                <adec:decorative xmlns:adec="http://schemas.microsoft.com/office/drawing/2017/decorative" val="1"/>
              </a:ext>
            </a:extLst>
          </p:cNvPr>
          <p:cNvGrpSpPr>
            <a:grpSpLocks/>
          </p:cNvGrpSpPr>
          <p:nvPr userDrawn="1"/>
        </p:nvGrpSpPr>
        <p:grpSpPr bwMode="auto">
          <a:xfrm rot="16200000" flipV="1">
            <a:off x="0" y="3900132"/>
            <a:ext cx="2959226" cy="2959226"/>
            <a:chOff x="0" y="12289"/>
            <a:chExt cx="3550" cy="3551"/>
          </a:xfrm>
        </p:grpSpPr>
        <p:sp>
          <p:nvSpPr>
            <p:cNvPr id="11" name="Freeform 19">
              <a:extLst>
                <a:ext uri="{FF2B5EF4-FFF2-40B4-BE49-F238E27FC236}">
                  <a16:creationId xmlns:a16="http://schemas.microsoft.com/office/drawing/2014/main" id="{C05217ED-C258-E6CE-BA7F-28A6EA41BCD3}"/>
                </a:ext>
              </a:extLst>
            </p:cNvPr>
            <p:cNvSpPr>
              <a:spLocks/>
            </p:cNvSpPr>
            <p:nvPr/>
          </p:nvSpPr>
          <p:spPr bwMode="auto">
            <a:xfrm>
              <a:off x="0" y="12289"/>
              <a:ext cx="1789" cy="2386"/>
            </a:xfrm>
            <a:custGeom>
              <a:avLst/>
              <a:gdLst>
                <a:gd name="T0" fmla="*/ 0 w 1789"/>
                <a:gd name="T1" fmla="+- 0 12290 12290"/>
                <a:gd name="T2" fmla="*/ 12290 h 2386"/>
                <a:gd name="T3" fmla="*/ 0 w 1789"/>
                <a:gd name="T4" fmla="+- 0 13484 12290"/>
                <a:gd name="T5" fmla="*/ 13484 h 2386"/>
                <a:gd name="T6" fmla="*/ 1192 w 1789"/>
                <a:gd name="T7" fmla="+- 0 14676 12290"/>
                <a:gd name="T8" fmla="*/ 14676 h 2386"/>
                <a:gd name="T9" fmla="*/ 1789 w 1789"/>
                <a:gd name="T10" fmla="+- 0 14079 12290"/>
                <a:gd name="T11" fmla="*/ 14079 h 2386"/>
                <a:gd name="T12" fmla="*/ 0 w 1789"/>
                <a:gd name="T13" fmla="+- 0 12290 12290"/>
                <a:gd name="T14" fmla="*/ 12290 h 2386"/>
              </a:gdLst>
              <a:ahLst/>
              <a:cxnLst>
                <a:cxn ang="0">
                  <a:pos x="T0" y="T2"/>
                </a:cxn>
                <a:cxn ang="0">
                  <a:pos x="T3" y="T5"/>
                </a:cxn>
                <a:cxn ang="0">
                  <a:pos x="T6" y="T8"/>
                </a:cxn>
                <a:cxn ang="0">
                  <a:pos x="T9" y="T11"/>
                </a:cxn>
                <a:cxn ang="0">
                  <a:pos x="T12" y="T14"/>
                </a:cxn>
              </a:cxnLst>
              <a:rect l="0" t="0" r="r" b="b"/>
              <a:pathLst>
                <a:path w="1789" h="2386">
                  <a:moveTo>
                    <a:pt x="0" y="0"/>
                  </a:moveTo>
                  <a:lnTo>
                    <a:pt x="0" y="1194"/>
                  </a:lnTo>
                  <a:lnTo>
                    <a:pt x="1192" y="2386"/>
                  </a:lnTo>
                  <a:lnTo>
                    <a:pt x="1789" y="1789"/>
                  </a:lnTo>
                  <a:lnTo>
                    <a:pt x="0" y="0"/>
                  </a:lnTo>
                  <a:close/>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2" name="Freeform 20">
              <a:extLst>
                <a:ext uri="{FF2B5EF4-FFF2-40B4-BE49-F238E27FC236}">
                  <a16:creationId xmlns:a16="http://schemas.microsoft.com/office/drawing/2014/main" id="{F3E11A1F-14DD-BA35-D7D7-4D4ADEAA3484}"/>
                </a:ext>
              </a:extLst>
            </p:cNvPr>
            <p:cNvSpPr>
              <a:spLocks/>
            </p:cNvSpPr>
            <p:nvPr/>
          </p:nvSpPr>
          <p:spPr bwMode="auto">
            <a:xfrm>
              <a:off x="0" y="14678"/>
              <a:ext cx="1162" cy="1162"/>
            </a:xfrm>
            <a:custGeom>
              <a:avLst/>
              <a:gdLst>
                <a:gd name="T0" fmla="*/ 0 w 1162"/>
                <a:gd name="T1" fmla="+- 0 14679 14679"/>
                <a:gd name="T2" fmla="*/ 14679 h 1162"/>
                <a:gd name="T3" fmla="*/ 0 w 1162"/>
                <a:gd name="T4" fmla="+- 0 15840 14679"/>
                <a:gd name="T5" fmla="*/ 15840 h 1162"/>
                <a:gd name="T6" fmla="*/ 1161 w 1162"/>
                <a:gd name="T7" fmla="+- 0 15840 14679"/>
                <a:gd name="T8" fmla="*/ 15840 h 1162"/>
                <a:gd name="T9" fmla="*/ 0 w 1162"/>
                <a:gd name="T10" fmla="+- 0 14679 14679"/>
                <a:gd name="T11" fmla="*/ 14679 h 1162"/>
              </a:gdLst>
              <a:ahLst/>
              <a:cxnLst>
                <a:cxn ang="0">
                  <a:pos x="T0" y="T2"/>
                </a:cxn>
                <a:cxn ang="0">
                  <a:pos x="T3" y="T5"/>
                </a:cxn>
                <a:cxn ang="0">
                  <a:pos x="T6" y="T8"/>
                </a:cxn>
                <a:cxn ang="0">
                  <a:pos x="T9" y="T11"/>
                </a:cxn>
              </a:cxnLst>
              <a:rect l="0" t="0" r="r" b="b"/>
              <a:pathLst>
                <a:path w="1162" h="1162">
                  <a:moveTo>
                    <a:pt x="0" y="0"/>
                  </a:moveTo>
                  <a:lnTo>
                    <a:pt x="0" y="1161"/>
                  </a:lnTo>
                  <a:lnTo>
                    <a:pt x="1161" y="1161"/>
                  </a:lnTo>
                  <a:lnTo>
                    <a:pt x="0"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3" name="Freeform 21">
              <a:extLst>
                <a:ext uri="{FF2B5EF4-FFF2-40B4-BE49-F238E27FC236}">
                  <a16:creationId xmlns:a16="http://schemas.microsoft.com/office/drawing/2014/main" id="{F14541B0-973F-7E21-1019-D2FB83C8C0D0}"/>
                </a:ext>
              </a:extLst>
            </p:cNvPr>
            <p:cNvSpPr>
              <a:spLocks/>
            </p:cNvSpPr>
            <p:nvPr/>
          </p:nvSpPr>
          <p:spPr bwMode="auto">
            <a:xfrm>
              <a:off x="1221" y="14675"/>
              <a:ext cx="2329" cy="1165"/>
            </a:xfrm>
            <a:custGeom>
              <a:avLst/>
              <a:gdLst>
                <a:gd name="T0" fmla="+- 0 3550 1221"/>
                <a:gd name="T1" fmla="*/ T0 w 2329"/>
                <a:gd name="T2" fmla="+- 0 15840 14676"/>
                <a:gd name="T3" fmla="*/ 15840 h 1165"/>
                <a:gd name="T4" fmla="+- 0 2386 1221"/>
                <a:gd name="T5" fmla="*/ T4 w 2329"/>
                <a:gd name="T6" fmla="+- 0 14676 14676"/>
                <a:gd name="T7" fmla="*/ 14676 h 1165"/>
                <a:gd name="T8" fmla="+- 0 1221 1221"/>
                <a:gd name="T9" fmla="*/ T8 w 2329"/>
                <a:gd name="T10" fmla="+- 0 15840 14676"/>
                <a:gd name="T11" fmla="*/ 15840 h 1165"/>
                <a:gd name="T12" fmla="+- 0 3550 1221"/>
                <a:gd name="T13" fmla="*/ T12 w 2329"/>
                <a:gd name="T14" fmla="+- 0 15840 14676"/>
                <a:gd name="T15" fmla="*/ 15840 h 1165"/>
              </a:gdLst>
              <a:ahLst/>
              <a:cxnLst>
                <a:cxn ang="0">
                  <a:pos x="T1" y="T3"/>
                </a:cxn>
                <a:cxn ang="0">
                  <a:pos x="T5" y="T7"/>
                </a:cxn>
                <a:cxn ang="0">
                  <a:pos x="T9" y="T11"/>
                </a:cxn>
                <a:cxn ang="0">
                  <a:pos x="T13" y="T15"/>
                </a:cxn>
              </a:cxnLst>
              <a:rect l="0" t="0" r="r" b="b"/>
              <a:pathLst>
                <a:path w="2329" h="1165">
                  <a:moveTo>
                    <a:pt x="2329" y="1164"/>
                  </a:moveTo>
                  <a:lnTo>
                    <a:pt x="1165" y="0"/>
                  </a:lnTo>
                  <a:lnTo>
                    <a:pt x="0" y="1164"/>
                  </a:lnTo>
                  <a:lnTo>
                    <a:pt x="2329" y="1164"/>
                  </a:lnTo>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grpSp>
      <p:sp>
        <p:nvSpPr>
          <p:cNvPr id="32" name="Title 1">
            <a:extLst>
              <a:ext uri="{FF2B5EF4-FFF2-40B4-BE49-F238E27FC236}">
                <a16:creationId xmlns:a16="http://schemas.microsoft.com/office/drawing/2014/main" id="{467E05B6-B7CB-1E4F-96BA-4B8CFE8B63D9}"/>
              </a:ext>
            </a:extLst>
          </p:cNvPr>
          <p:cNvSpPr>
            <a:spLocks noGrp="1"/>
          </p:cNvSpPr>
          <p:nvPr>
            <p:ph type="title" hasCustomPrompt="1"/>
          </p:nvPr>
        </p:nvSpPr>
        <p:spPr>
          <a:xfrm>
            <a:off x="594360" y="102875"/>
            <a:ext cx="10873740" cy="1680205"/>
          </a:xfrm>
          <a:prstGeom prst="rect">
            <a:avLst/>
          </a:prstGeom>
        </p:spPr>
        <p:txBody>
          <a:bodyPr lIns="0" tIns="0" rIns="0" bIns="0" anchor="b" anchorCtr="0">
            <a:noAutofit/>
          </a:bodyPr>
          <a:lstStyle>
            <a:lvl1pPr>
              <a:defRPr sz="4400" b="1" i="0">
                <a:latin typeface="+mj-lt"/>
              </a:defRPr>
            </a:lvl1pPr>
          </a:lstStyle>
          <a:p>
            <a:r>
              <a:rPr lang="en-US" dirty="0"/>
              <a:t>Click to add title </a:t>
            </a:r>
          </a:p>
        </p:txBody>
      </p:sp>
      <p:sp>
        <p:nvSpPr>
          <p:cNvPr id="2" name="Content Placeholder 5">
            <a:extLst>
              <a:ext uri="{FF2B5EF4-FFF2-40B4-BE49-F238E27FC236}">
                <a16:creationId xmlns:a16="http://schemas.microsoft.com/office/drawing/2014/main" id="{F6FE0DC0-B0D7-F4D6-8038-177AD7A8C211}"/>
              </a:ext>
            </a:extLst>
          </p:cNvPr>
          <p:cNvSpPr>
            <a:spLocks noGrp="1"/>
          </p:cNvSpPr>
          <p:nvPr>
            <p:ph sz="quarter" idx="13" hasCustomPrompt="1"/>
          </p:nvPr>
        </p:nvSpPr>
        <p:spPr>
          <a:xfrm>
            <a:off x="3657600" y="2282008"/>
            <a:ext cx="7810500" cy="3699328"/>
          </a:xfrm>
        </p:spPr>
        <p:txBody>
          <a:bodyPr lIns="0" tIns="228600" rIns="0" bIns="0">
            <a:normAutofit/>
          </a:bodyPr>
          <a:lstStyle>
            <a:lvl1pPr marL="283464" indent="-283464">
              <a:spcBef>
                <a:spcPts val="1800"/>
              </a:spcBef>
              <a:buFont typeface="Arial" panose="020B0604020202020204" pitchFamily="34" charset="0"/>
              <a:buChar char="•"/>
              <a:defRPr sz="2000"/>
            </a:lvl1pPr>
            <a:lvl2pPr indent="-283464">
              <a:spcBef>
                <a:spcPts val="1800"/>
              </a:spcBef>
              <a:defRPr sz="2000"/>
            </a:lvl2pPr>
            <a:lvl3pPr indent="-283464">
              <a:spcBef>
                <a:spcPts val="1800"/>
              </a:spcBef>
              <a:defRPr sz="2000"/>
            </a:lvl3pPr>
            <a:lvl4pPr indent="-283464">
              <a:spcBef>
                <a:spcPts val="1800"/>
              </a:spcBef>
              <a:defRPr sz="2000"/>
            </a:lvl4pPr>
            <a:lvl5pPr indent="-283464">
              <a:spcBef>
                <a:spcPts val="1800"/>
              </a:spcBef>
              <a:defRPr sz="20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Slide Number Placeholder 7">
            <a:extLst>
              <a:ext uri="{FF2B5EF4-FFF2-40B4-BE49-F238E27FC236}">
                <a16:creationId xmlns:a16="http://schemas.microsoft.com/office/drawing/2014/main" id="{7ED58739-4346-5104-B1AC-89ED035912AF}"/>
              </a:ext>
            </a:extLst>
          </p:cNvPr>
          <p:cNvSpPr>
            <a:spLocks noGrp="1"/>
          </p:cNvSpPr>
          <p:nvPr>
            <p:ph type="sldNum" sz="quarter" idx="22"/>
          </p:nvPr>
        </p:nvSpPr>
        <p:spPr/>
        <p:txBody>
          <a:bodyPr/>
          <a:lstStyle/>
          <a:p>
            <a:fld id="{294A09A9-5501-47C1-A89A-A340965A2BE2}" type="slidenum">
              <a:rPr lang="en-US" smtClean="0"/>
              <a:pPr/>
              <a:t>‹#›</a:t>
            </a:fld>
            <a:endParaRPr lang="en-US" dirty="0">
              <a:latin typeface="+mn-lt"/>
            </a:endParaRPr>
          </a:p>
        </p:txBody>
      </p:sp>
      <p:sp>
        <p:nvSpPr>
          <p:cNvPr id="5" name="Date Placeholder 4">
            <a:extLst>
              <a:ext uri="{FF2B5EF4-FFF2-40B4-BE49-F238E27FC236}">
                <a16:creationId xmlns:a16="http://schemas.microsoft.com/office/drawing/2014/main" id="{E9272B8D-F380-9F1A-C8E6-BDD2352B1763}"/>
              </a:ext>
            </a:extLst>
          </p:cNvPr>
          <p:cNvSpPr>
            <a:spLocks noGrp="1"/>
          </p:cNvSpPr>
          <p:nvPr>
            <p:ph type="dt" sz="half" idx="21"/>
          </p:nvPr>
        </p:nvSpPr>
        <p:spPr/>
        <p:txBody>
          <a:bodyPr/>
          <a:lstStyle/>
          <a:p>
            <a:endParaRPr lang="en-US" dirty="0">
              <a:latin typeface="+mn-lt"/>
            </a:endParaRPr>
          </a:p>
        </p:txBody>
      </p:sp>
    </p:spTree>
    <p:extLst>
      <p:ext uri="{BB962C8B-B14F-4D97-AF65-F5344CB8AC3E}">
        <p14:creationId xmlns:p14="http://schemas.microsoft.com/office/powerpoint/2010/main" val="1402964143"/>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pos="600">
          <p15:clr>
            <a:srgbClr val="FBAE40"/>
          </p15:clr>
        </p15:guide>
        <p15:guide id="2" pos="7080">
          <p15:clr>
            <a:srgbClr val="FBAE40"/>
          </p15:clr>
        </p15:guide>
        <p15:guide id="3" pos="2304">
          <p15:clr>
            <a:srgbClr val="FBAE40"/>
          </p15:clr>
        </p15:guide>
        <p15:guide id="4" pos="5736">
          <p15:clr>
            <a:srgbClr val="FBAE40"/>
          </p15:clr>
        </p15:guide>
        <p15:guide id="5" pos="1944">
          <p15:clr>
            <a:srgbClr val="FBAE40"/>
          </p15:clr>
        </p15:guide>
        <p15:guide id="6" pos="4008">
          <p15:clr>
            <a:srgbClr val="FBAE40"/>
          </p15:clr>
        </p15:guide>
        <p15:guide id="7" orient="horz" pos="1224">
          <p15:clr>
            <a:srgbClr val="FBAE40"/>
          </p15:clr>
        </p15:guide>
        <p15:guide id="8" orient="horz" pos="1440">
          <p15:clr>
            <a:srgbClr val="FBAE40"/>
          </p15:clr>
        </p15:guide>
        <p15:guide id="9" orient="horz" pos="552">
          <p15:clr>
            <a:srgbClr val="FBAE40"/>
          </p15:clr>
        </p15:guide>
        <p15:guide id="10" pos="5352">
          <p15:clr>
            <a:srgbClr val="FBAE40"/>
          </p15:clr>
        </p15:guide>
        <p15:guide id="11" pos="3648">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B6987D-0137-DE42-B76B-FF621E808D90}"/>
              </a:ext>
            </a:extLst>
          </p:cNvPr>
          <p:cNvSpPr>
            <a:spLocks noGrp="1"/>
          </p:cNvSpPr>
          <p:nvPr>
            <p:ph type="ctrTitle" hasCustomPrompt="1"/>
          </p:nvPr>
        </p:nvSpPr>
        <p:spPr>
          <a:xfrm>
            <a:off x="6309904" y="411479"/>
            <a:ext cx="5486400" cy="3291840"/>
          </a:xfrm>
          <a:prstGeom prst="rect">
            <a:avLst/>
          </a:prstGeom>
        </p:spPr>
        <p:txBody>
          <a:bodyPr lIns="0" tIns="0" rIns="0" bIns="0" anchor="b">
            <a:noAutofit/>
          </a:bodyPr>
          <a:lstStyle>
            <a:lvl1pPr algn="l">
              <a:lnSpc>
                <a:spcPct val="80000"/>
              </a:lnSpc>
              <a:defRPr sz="6000" b="1" i="0" spc="100" baseline="0">
                <a:solidFill>
                  <a:schemeClr val="bg1"/>
                </a:solidFill>
                <a:latin typeface="+mj-lt"/>
              </a:defRPr>
            </a:lvl1pPr>
          </a:lstStyle>
          <a:p>
            <a:r>
              <a:rPr lang="en-US" dirty="0"/>
              <a:t>Click to add title </a:t>
            </a:r>
          </a:p>
        </p:txBody>
      </p:sp>
      <p:grpSp>
        <p:nvGrpSpPr>
          <p:cNvPr id="9" name="Group 8">
            <a:extLst>
              <a:ext uri="{FF2B5EF4-FFF2-40B4-BE49-F238E27FC236}">
                <a16:creationId xmlns:a16="http://schemas.microsoft.com/office/drawing/2014/main" id="{C26C18C3-ED25-DD4B-BA72-24932D54DE37}"/>
              </a:ext>
              <a:ext uri="{C183D7F6-B498-43B3-948B-1728B52AA6E4}">
                <adec:decorative xmlns:adec="http://schemas.microsoft.com/office/drawing/2017/decorative" val="1"/>
              </a:ext>
            </a:extLst>
          </p:cNvPr>
          <p:cNvGrpSpPr>
            <a:grpSpLocks/>
          </p:cNvGrpSpPr>
          <p:nvPr userDrawn="1"/>
        </p:nvGrpSpPr>
        <p:grpSpPr bwMode="auto">
          <a:xfrm>
            <a:off x="1" y="758752"/>
            <a:ext cx="6099248" cy="6099248"/>
            <a:chOff x="0" y="12289"/>
            <a:chExt cx="3550" cy="3551"/>
          </a:xfrm>
        </p:grpSpPr>
        <p:sp>
          <p:nvSpPr>
            <p:cNvPr id="10" name="Freeform 9">
              <a:extLst>
                <a:ext uri="{FF2B5EF4-FFF2-40B4-BE49-F238E27FC236}">
                  <a16:creationId xmlns:a16="http://schemas.microsoft.com/office/drawing/2014/main" id="{C07CC263-2515-F147-8CC5-F8E9FF9FA8E4}"/>
                </a:ext>
              </a:extLst>
            </p:cNvPr>
            <p:cNvSpPr>
              <a:spLocks/>
            </p:cNvSpPr>
            <p:nvPr/>
          </p:nvSpPr>
          <p:spPr bwMode="auto">
            <a:xfrm>
              <a:off x="0" y="12289"/>
              <a:ext cx="1789" cy="2386"/>
            </a:xfrm>
            <a:custGeom>
              <a:avLst/>
              <a:gdLst>
                <a:gd name="T0" fmla="*/ 0 w 1789"/>
                <a:gd name="T1" fmla="+- 0 12290 12290"/>
                <a:gd name="T2" fmla="*/ 12290 h 2386"/>
                <a:gd name="T3" fmla="*/ 0 w 1789"/>
                <a:gd name="T4" fmla="+- 0 13484 12290"/>
                <a:gd name="T5" fmla="*/ 13484 h 2386"/>
                <a:gd name="T6" fmla="*/ 1192 w 1789"/>
                <a:gd name="T7" fmla="+- 0 14676 12290"/>
                <a:gd name="T8" fmla="*/ 14676 h 2386"/>
                <a:gd name="T9" fmla="*/ 1789 w 1789"/>
                <a:gd name="T10" fmla="+- 0 14079 12290"/>
                <a:gd name="T11" fmla="*/ 14079 h 2386"/>
                <a:gd name="T12" fmla="*/ 0 w 1789"/>
                <a:gd name="T13" fmla="+- 0 12290 12290"/>
                <a:gd name="T14" fmla="*/ 12290 h 2386"/>
              </a:gdLst>
              <a:ahLst/>
              <a:cxnLst>
                <a:cxn ang="0">
                  <a:pos x="T0" y="T2"/>
                </a:cxn>
                <a:cxn ang="0">
                  <a:pos x="T3" y="T5"/>
                </a:cxn>
                <a:cxn ang="0">
                  <a:pos x="T6" y="T8"/>
                </a:cxn>
                <a:cxn ang="0">
                  <a:pos x="T9" y="T11"/>
                </a:cxn>
                <a:cxn ang="0">
                  <a:pos x="T12" y="T14"/>
                </a:cxn>
              </a:cxnLst>
              <a:rect l="0" t="0" r="r" b="b"/>
              <a:pathLst>
                <a:path w="1789" h="2386">
                  <a:moveTo>
                    <a:pt x="0" y="0"/>
                  </a:moveTo>
                  <a:lnTo>
                    <a:pt x="0" y="1194"/>
                  </a:lnTo>
                  <a:lnTo>
                    <a:pt x="1192" y="2386"/>
                  </a:lnTo>
                  <a:lnTo>
                    <a:pt x="1789" y="1789"/>
                  </a:lnTo>
                  <a:lnTo>
                    <a:pt x="0" y="0"/>
                  </a:lnTo>
                  <a:close/>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1" name="Freeform 10">
              <a:extLst>
                <a:ext uri="{FF2B5EF4-FFF2-40B4-BE49-F238E27FC236}">
                  <a16:creationId xmlns:a16="http://schemas.microsoft.com/office/drawing/2014/main" id="{43B40037-7481-524B-8685-404D965690F2}"/>
                </a:ext>
              </a:extLst>
            </p:cNvPr>
            <p:cNvSpPr>
              <a:spLocks/>
            </p:cNvSpPr>
            <p:nvPr/>
          </p:nvSpPr>
          <p:spPr bwMode="auto">
            <a:xfrm>
              <a:off x="0" y="14678"/>
              <a:ext cx="1162" cy="1162"/>
            </a:xfrm>
            <a:custGeom>
              <a:avLst/>
              <a:gdLst>
                <a:gd name="T0" fmla="*/ 0 w 1162"/>
                <a:gd name="T1" fmla="+- 0 14679 14679"/>
                <a:gd name="T2" fmla="*/ 14679 h 1162"/>
                <a:gd name="T3" fmla="*/ 0 w 1162"/>
                <a:gd name="T4" fmla="+- 0 15840 14679"/>
                <a:gd name="T5" fmla="*/ 15840 h 1162"/>
                <a:gd name="T6" fmla="*/ 1161 w 1162"/>
                <a:gd name="T7" fmla="+- 0 15840 14679"/>
                <a:gd name="T8" fmla="*/ 15840 h 1162"/>
                <a:gd name="T9" fmla="*/ 0 w 1162"/>
                <a:gd name="T10" fmla="+- 0 14679 14679"/>
                <a:gd name="T11" fmla="*/ 14679 h 1162"/>
              </a:gdLst>
              <a:ahLst/>
              <a:cxnLst>
                <a:cxn ang="0">
                  <a:pos x="T0" y="T2"/>
                </a:cxn>
                <a:cxn ang="0">
                  <a:pos x="T3" y="T5"/>
                </a:cxn>
                <a:cxn ang="0">
                  <a:pos x="T6" y="T8"/>
                </a:cxn>
                <a:cxn ang="0">
                  <a:pos x="T9" y="T11"/>
                </a:cxn>
              </a:cxnLst>
              <a:rect l="0" t="0" r="r" b="b"/>
              <a:pathLst>
                <a:path w="1162" h="1162">
                  <a:moveTo>
                    <a:pt x="0" y="0"/>
                  </a:moveTo>
                  <a:lnTo>
                    <a:pt x="0" y="1161"/>
                  </a:lnTo>
                  <a:lnTo>
                    <a:pt x="1161" y="1161"/>
                  </a:lnTo>
                  <a:lnTo>
                    <a:pt x="0"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2" name="Freeform 11">
              <a:extLst>
                <a:ext uri="{FF2B5EF4-FFF2-40B4-BE49-F238E27FC236}">
                  <a16:creationId xmlns:a16="http://schemas.microsoft.com/office/drawing/2014/main" id="{7B759713-8408-EE47-9394-3DA6F5E4B624}"/>
                </a:ext>
              </a:extLst>
            </p:cNvPr>
            <p:cNvSpPr>
              <a:spLocks/>
            </p:cNvSpPr>
            <p:nvPr/>
          </p:nvSpPr>
          <p:spPr bwMode="auto">
            <a:xfrm>
              <a:off x="1221" y="14675"/>
              <a:ext cx="2329" cy="1165"/>
            </a:xfrm>
            <a:custGeom>
              <a:avLst/>
              <a:gdLst>
                <a:gd name="T0" fmla="+- 0 3550 1221"/>
                <a:gd name="T1" fmla="*/ T0 w 2329"/>
                <a:gd name="T2" fmla="+- 0 15840 14676"/>
                <a:gd name="T3" fmla="*/ 15840 h 1165"/>
                <a:gd name="T4" fmla="+- 0 2386 1221"/>
                <a:gd name="T5" fmla="*/ T4 w 2329"/>
                <a:gd name="T6" fmla="+- 0 14676 14676"/>
                <a:gd name="T7" fmla="*/ 14676 h 1165"/>
                <a:gd name="T8" fmla="+- 0 1221 1221"/>
                <a:gd name="T9" fmla="*/ T8 w 2329"/>
                <a:gd name="T10" fmla="+- 0 15840 14676"/>
                <a:gd name="T11" fmla="*/ 15840 h 1165"/>
                <a:gd name="T12" fmla="+- 0 3550 1221"/>
                <a:gd name="T13" fmla="*/ T12 w 2329"/>
                <a:gd name="T14" fmla="+- 0 15840 14676"/>
                <a:gd name="T15" fmla="*/ 15840 h 1165"/>
              </a:gdLst>
              <a:ahLst/>
              <a:cxnLst>
                <a:cxn ang="0">
                  <a:pos x="T1" y="T3"/>
                </a:cxn>
                <a:cxn ang="0">
                  <a:pos x="T5" y="T7"/>
                </a:cxn>
                <a:cxn ang="0">
                  <a:pos x="T9" y="T11"/>
                </a:cxn>
                <a:cxn ang="0">
                  <a:pos x="T13" y="T15"/>
                </a:cxn>
              </a:cxnLst>
              <a:rect l="0" t="0" r="r" b="b"/>
              <a:pathLst>
                <a:path w="2329" h="1165">
                  <a:moveTo>
                    <a:pt x="2329" y="1164"/>
                  </a:moveTo>
                  <a:lnTo>
                    <a:pt x="1165" y="0"/>
                  </a:lnTo>
                  <a:lnTo>
                    <a:pt x="0" y="1164"/>
                  </a:lnTo>
                  <a:lnTo>
                    <a:pt x="2329" y="1164"/>
                  </a:lnTo>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grpSp>
      <p:cxnSp>
        <p:nvCxnSpPr>
          <p:cNvPr id="13" name="Straight Connector 12">
            <a:extLst>
              <a:ext uri="{FF2B5EF4-FFF2-40B4-BE49-F238E27FC236}">
                <a16:creationId xmlns:a16="http://schemas.microsoft.com/office/drawing/2014/main" id="{A69706A2-3726-FE4E-B923-E75D48597816}"/>
              </a:ext>
              <a:ext uri="{C183D7F6-B498-43B3-948B-1728B52AA6E4}">
                <adec:decorative xmlns:adec="http://schemas.microsoft.com/office/drawing/2017/decorative" val="1"/>
              </a:ext>
            </a:extLst>
          </p:cNvPr>
          <p:cNvCxnSpPr>
            <a:cxnSpLocks/>
          </p:cNvCxnSpPr>
          <p:nvPr userDrawn="1"/>
        </p:nvCxnSpPr>
        <p:spPr>
          <a:xfrm>
            <a:off x="6309360" y="3950208"/>
            <a:ext cx="2133600" cy="3992"/>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sp>
        <p:nvSpPr>
          <p:cNvPr id="18" name="Text Placeholder 29">
            <a:extLst>
              <a:ext uri="{FF2B5EF4-FFF2-40B4-BE49-F238E27FC236}">
                <a16:creationId xmlns:a16="http://schemas.microsoft.com/office/drawing/2014/main" id="{276A9CD7-E675-3048-86D3-3546A2F6B456}"/>
              </a:ext>
            </a:extLst>
          </p:cNvPr>
          <p:cNvSpPr>
            <a:spLocks noGrp="1"/>
          </p:cNvSpPr>
          <p:nvPr>
            <p:ph type="body" sz="quarter" idx="11" hasCustomPrompt="1"/>
          </p:nvPr>
        </p:nvSpPr>
        <p:spPr>
          <a:xfrm>
            <a:off x="6309905" y="4549552"/>
            <a:ext cx="5486400" cy="1645920"/>
          </a:xfrm>
        </p:spPr>
        <p:txBody>
          <a:bodyPr lIns="0" tIns="0" rIns="0" bIns="0">
            <a:noAutofit/>
          </a:bodyPr>
          <a:lstStyle>
            <a:lvl1pPr marL="0" indent="0">
              <a:buNone/>
              <a:defRPr sz="2400" b="1" i="0">
                <a:solidFill>
                  <a:schemeClr val="tx2">
                    <a:lumMod val="75000"/>
                  </a:schemeClr>
                </a:solidFill>
                <a:latin typeface="+mn-lt"/>
              </a:defRPr>
            </a:lvl1pPr>
            <a:lvl2pPr>
              <a:defRPr sz="4000"/>
            </a:lvl2pPr>
            <a:lvl3pPr>
              <a:defRPr sz="4000"/>
            </a:lvl3pPr>
            <a:lvl4pPr>
              <a:defRPr sz="4000"/>
            </a:lvl4pPr>
            <a:lvl5pPr>
              <a:defRPr sz="4000"/>
            </a:lvl5pPr>
          </a:lstStyle>
          <a:p>
            <a:pPr lvl="0"/>
            <a:r>
              <a:rPr lang="en-US" dirty="0"/>
              <a:t>Click to add text</a:t>
            </a:r>
          </a:p>
        </p:txBody>
      </p:sp>
    </p:spTree>
    <p:extLst>
      <p:ext uri="{BB962C8B-B14F-4D97-AF65-F5344CB8AC3E}">
        <p14:creationId xmlns:p14="http://schemas.microsoft.com/office/powerpoint/2010/main" val="20271085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Two Content 2">
    <p:bg>
      <p:bgPr>
        <a:solidFill>
          <a:schemeClr val="tx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C97D5AF2-684A-4A8D-3D82-B57D7AC44677}"/>
              </a:ext>
              <a:ext uri="{C183D7F6-B498-43B3-948B-1728B52AA6E4}">
                <adec:decorative xmlns:adec="http://schemas.microsoft.com/office/drawing/2017/decorative" val="1"/>
              </a:ext>
            </a:extLst>
          </p:cNvPr>
          <p:cNvGrpSpPr>
            <a:grpSpLocks/>
          </p:cNvGrpSpPr>
          <p:nvPr userDrawn="1"/>
        </p:nvGrpSpPr>
        <p:grpSpPr bwMode="auto">
          <a:xfrm rot="10800000">
            <a:off x="8870040" y="0"/>
            <a:ext cx="3325208" cy="3325208"/>
            <a:chOff x="0" y="12289"/>
            <a:chExt cx="3550" cy="3551"/>
          </a:xfrm>
        </p:grpSpPr>
        <p:sp>
          <p:nvSpPr>
            <p:cNvPr id="12" name="Freeform 4">
              <a:extLst>
                <a:ext uri="{FF2B5EF4-FFF2-40B4-BE49-F238E27FC236}">
                  <a16:creationId xmlns:a16="http://schemas.microsoft.com/office/drawing/2014/main" id="{8CF5F650-F8F0-F4FE-44DA-1F14ADE428B2}"/>
                </a:ext>
              </a:extLst>
            </p:cNvPr>
            <p:cNvSpPr>
              <a:spLocks/>
            </p:cNvSpPr>
            <p:nvPr/>
          </p:nvSpPr>
          <p:spPr bwMode="auto">
            <a:xfrm>
              <a:off x="0" y="12289"/>
              <a:ext cx="1789" cy="2386"/>
            </a:xfrm>
            <a:custGeom>
              <a:avLst/>
              <a:gdLst>
                <a:gd name="T0" fmla="*/ 0 w 1789"/>
                <a:gd name="T1" fmla="+- 0 12290 12290"/>
                <a:gd name="T2" fmla="*/ 12290 h 2386"/>
                <a:gd name="T3" fmla="*/ 0 w 1789"/>
                <a:gd name="T4" fmla="+- 0 13484 12290"/>
                <a:gd name="T5" fmla="*/ 13484 h 2386"/>
                <a:gd name="T6" fmla="*/ 1192 w 1789"/>
                <a:gd name="T7" fmla="+- 0 14676 12290"/>
                <a:gd name="T8" fmla="*/ 14676 h 2386"/>
                <a:gd name="T9" fmla="*/ 1789 w 1789"/>
                <a:gd name="T10" fmla="+- 0 14079 12290"/>
                <a:gd name="T11" fmla="*/ 14079 h 2386"/>
                <a:gd name="T12" fmla="*/ 0 w 1789"/>
                <a:gd name="T13" fmla="+- 0 12290 12290"/>
                <a:gd name="T14" fmla="*/ 12290 h 2386"/>
              </a:gdLst>
              <a:ahLst/>
              <a:cxnLst>
                <a:cxn ang="0">
                  <a:pos x="T0" y="T2"/>
                </a:cxn>
                <a:cxn ang="0">
                  <a:pos x="T3" y="T5"/>
                </a:cxn>
                <a:cxn ang="0">
                  <a:pos x="T6" y="T8"/>
                </a:cxn>
                <a:cxn ang="0">
                  <a:pos x="T9" y="T11"/>
                </a:cxn>
                <a:cxn ang="0">
                  <a:pos x="T12" y="T14"/>
                </a:cxn>
              </a:cxnLst>
              <a:rect l="0" t="0" r="r" b="b"/>
              <a:pathLst>
                <a:path w="1789" h="2386">
                  <a:moveTo>
                    <a:pt x="0" y="0"/>
                  </a:moveTo>
                  <a:lnTo>
                    <a:pt x="0" y="1194"/>
                  </a:lnTo>
                  <a:lnTo>
                    <a:pt x="1192" y="2386"/>
                  </a:lnTo>
                  <a:lnTo>
                    <a:pt x="1789" y="1789"/>
                  </a:lnTo>
                  <a:lnTo>
                    <a:pt x="0" y="0"/>
                  </a:lnTo>
                  <a:close/>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3" name="Freeform 5">
              <a:extLst>
                <a:ext uri="{FF2B5EF4-FFF2-40B4-BE49-F238E27FC236}">
                  <a16:creationId xmlns:a16="http://schemas.microsoft.com/office/drawing/2014/main" id="{18870924-E47D-404F-59B5-BD1C58F7B04C}"/>
                </a:ext>
              </a:extLst>
            </p:cNvPr>
            <p:cNvSpPr>
              <a:spLocks/>
            </p:cNvSpPr>
            <p:nvPr/>
          </p:nvSpPr>
          <p:spPr bwMode="auto">
            <a:xfrm>
              <a:off x="0" y="14678"/>
              <a:ext cx="1162" cy="1162"/>
            </a:xfrm>
            <a:custGeom>
              <a:avLst/>
              <a:gdLst>
                <a:gd name="T0" fmla="*/ 0 w 1162"/>
                <a:gd name="T1" fmla="+- 0 14679 14679"/>
                <a:gd name="T2" fmla="*/ 14679 h 1162"/>
                <a:gd name="T3" fmla="*/ 0 w 1162"/>
                <a:gd name="T4" fmla="+- 0 15840 14679"/>
                <a:gd name="T5" fmla="*/ 15840 h 1162"/>
                <a:gd name="T6" fmla="*/ 1161 w 1162"/>
                <a:gd name="T7" fmla="+- 0 15840 14679"/>
                <a:gd name="T8" fmla="*/ 15840 h 1162"/>
                <a:gd name="T9" fmla="*/ 0 w 1162"/>
                <a:gd name="T10" fmla="+- 0 14679 14679"/>
                <a:gd name="T11" fmla="*/ 14679 h 1162"/>
              </a:gdLst>
              <a:ahLst/>
              <a:cxnLst>
                <a:cxn ang="0">
                  <a:pos x="T0" y="T2"/>
                </a:cxn>
                <a:cxn ang="0">
                  <a:pos x="T3" y="T5"/>
                </a:cxn>
                <a:cxn ang="0">
                  <a:pos x="T6" y="T8"/>
                </a:cxn>
                <a:cxn ang="0">
                  <a:pos x="T9" y="T11"/>
                </a:cxn>
              </a:cxnLst>
              <a:rect l="0" t="0" r="r" b="b"/>
              <a:pathLst>
                <a:path w="1162" h="1162">
                  <a:moveTo>
                    <a:pt x="0" y="0"/>
                  </a:moveTo>
                  <a:lnTo>
                    <a:pt x="0" y="1161"/>
                  </a:lnTo>
                  <a:lnTo>
                    <a:pt x="1161" y="1161"/>
                  </a:lnTo>
                  <a:lnTo>
                    <a:pt x="0"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4" name="Freeform 7">
              <a:extLst>
                <a:ext uri="{FF2B5EF4-FFF2-40B4-BE49-F238E27FC236}">
                  <a16:creationId xmlns:a16="http://schemas.microsoft.com/office/drawing/2014/main" id="{80806A65-E4FC-2F52-65B3-CC181E620C29}"/>
                </a:ext>
              </a:extLst>
            </p:cNvPr>
            <p:cNvSpPr>
              <a:spLocks/>
            </p:cNvSpPr>
            <p:nvPr/>
          </p:nvSpPr>
          <p:spPr bwMode="auto">
            <a:xfrm>
              <a:off x="1221" y="14675"/>
              <a:ext cx="2329" cy="1165"/>
            </a:xfrm>
            <a:custGeom>
              <a:avLst/>
              <a:gdLst>
                <a:gd name="T0" fmla="+- 0 3550 1221"/>
                <a:gd name="T1" fmla="*/ T0 w 2329"/>
                <a:gd name="T2" fmla="+- 0 15840 14676"/>
                <a:gd name="T3" fmla="*/ 15840 h 1165"/>
                <a:gd name="T4" fmla="+- 0 2386 1221"/>
                <a:gd name="T5" fmla="*/ T4 w 2329"/>
                <a:gd name="T6" fmla="+- 0 14676 14676"/>
                <a:gd name="T7" fmla="*/ 14676 h 1165"/>
                <a:gd name="T8" fmla="+- 0 1221 1221"/>
                <a:gd name="T9" fmla="*/ T8 w 2329"/>
                <a:gd name="T10" fmla="+- 0 15840 14676"/>
                <a:gd name="T11" fmla="*/ 15840 h 1165"/>
                <a:gd name="T12" fmla="+- 0 3550 1221"/>
                <a:gd name="T13" fmla="*/ T12 w 2329"/>
                <a:gd name="T14" fmla="+- 0 15840 14676"/>
                <a:gd name="T15" fmla="*/ 15840 h 1165"/>
              </a:gdLst>
              <a:ahLst/>
              <a:cxnLst>
                <a:cxn ang="0">
                  <a:pos x="T1" y="T3"/>
                </a:cxn>
                <a:cxn ang="0">
                  <a:pos x="T5" y="T7"/>
                </a:cxn>
                <a:cxn ang="0">
                  <a:pos x="T9" y="T11"/>
                </a:cxn>
                <a:cxn ang="0">
                  <a:pos x="T13" y="T15"/>
                </a:cxn>
              </a:cxnLst>
              <a:rect l="0" t="0" r="r" b="b"/>
              <a:pathLst>
                <a:path w="2329" h="1165">
                  <a:moveTo>
                    <a:pt x="2329" y="1164"/>
                  </a:moveTo>
                  <a:lnTo>
                    <a:pt x="1165" y="0"/>
                  </a:lnTo>
                  <a:lnTo>
                    <a:pt x="0" y="1164"/>
                  </a:lnTo>
                  <a:lnTo>
                    <a:pt x="2329" y="1164"/>
                  </a:lnTo>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grpSp>
      <p:sp>
        <p:nvSpPr>
          <p:cNvPr id="16" name="Title 1">
            <a:extLst>
              <a:ext uri="{FF2B5EF4-FFF2-40B4-BE49-F238E27FC236}">
                <a16:creationId xmlns:a16="http://schemas.microsoft.com/office/drawing/2014/main" id="{109B023A-F28F-184D-BA48-3F1C0502AE0A}"/>
              </a:ext>
            </a:extLst>
          </p:cNvPr>
          <p:cNvSpPr>
            <a:spLocks noGrp="1"/>
          </p:cNvSpPr>
          <p:nvPr>
            <p:ph type="title" hasCustomPrompt="1"/>
          </p:nvPr>
        </p:nvSpPr>
        <p:spPr>
          <a:xfrm>
            <a:off x="594360" y="278129"/>
            <a:ext cx="9778365" cy="1494596"/>
          </a:xfrm>
          <a:prstGeom prst="rect">
            <a:avLst/>
          </a:prstGeom>
        </p:spPr>
        <p:txBody>
          <a:bodyPr lIns="0" tIns="0" rIns="0" bIns="0" anchor="b" anchorCtr="0">
            <a:noAutofit/>
          </a:bodyPr>
          <a:lstStyle>
            <a:lvl1pPr>
              <a:defRPr sz="4400" b="1" i="0">
                <a:solidFill>
                  <a:schemeClr val="bg1"/>
                </a:solidFill>
                <a:latin typeface="+mj-lt"/>
              </a:defRPr>
            </a:lvl1pPr>
          </a:lstStyle>
          <a:p>
            <a:r>
              <a:rPr lang="en-US" dirty="0"/>
              <a:t>Click to add title </a:t>
            </a:r>
          </a:p>
        </p:txBody>
      </p:sp>
      <p:sp>
        <p:nvSpPr>
          <p:cNvPr id="2" name="Content Placeholder 5">
            <a:extLst>
              <a:ext uri="{FF2B5EF4-FFF2-40B4-BE49-F238E27FC236}">
                <a16:creationId xmlns:a16="http://schemas.microsoft.com/office/drawing/2014/main" id="{F14DA3C5-63E4-BAFB-1D68-47F71EEEE538}"/>
              </a:ext>
            </a:extLst>
          </p:cNvPr>
          <p:cNvSpPr>
            <a:spLocks noGrp="1"/>
          </p:cNvSpPr>
          <p:nvPr>
            <p:ph sz="quarter" idx="15" hasCustomPrompt="1"/>
          </p:nvPr>
        </p:nvSpPr>
        <p:spPr>
          <a:xfrm>
            <a:off x="594360" y="2676525"/>
            <a:ext cx="4490827" cy="3597470"/>
          </a:xfrm>
        </p:spPr>
        <p:txBody>
          <a:bodyPr lIns="0" tIns="45720" rIns="0" bIns="0">
            <a:normAutofit/>
          </a:bodyPr>
          <a:lstStyle>
            <a:lvl1pPr marL="0" indent="0">
              <a:spcBef>
                <a:spcPts val="1800"/>
              </a:spcBef>
              <a:buFont typeface="Arial" panose="020B0604020202020204" pitchFamily="34" charset="0"/>
              <a:buNone/>
              <a:defRPr sz="2000"/>
            </a:lvl1pPr>
            <a:lvl2pPr marL="283464" indent="-283464">
              <a:spcBef>
                <a:spcPts val="1800"/>
              </a:spcBef>
              <a:defRPr sz="2000"/>
            </a:lvl2pPr>
            <a:lvl3pPr marL="594360" indent="-283464">
              <a:spcBef>
                <a:spcPts val="1800"/>
              </a:spcBef>
              <a:defRPr sz="2000"/>
            </a:lvl3pPr>
            <a:lvl4pPr marL="822960" indent="-283464">
              <a:spcBef>
                <a:spcPts val="1800"/>
              </a:spcBef>
              <a:defRPr sz="2000"/>
            </a:lvl4pPr>
            <a:lvl5pPr marL="1005840" indent="-283464">
              <a:spcBef>
                <a:spcPts val="1800"/>
              </a:spcBef>
              <a:defRPr sz="20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Content Placeholder 5">
            <a:extLst>
              <a:ext uri="{FF2B5EF4-FFF2-40B4-BE49-F238E27FC236}">
                <a16:creationId xmlns:a16="http://schemas.microsoft.com/office/drawing/2014/main" id="{BD11386D-847E-8CF5-E56A-42E80A65A089}"/>
              </a:ext>
            </a:extLst>
          </p:cNvPr>
          <p:cNvSpPr>
            <a:spLocks noGrp="1"/>
          </p:cNvSpPr>
          <p:nvPr>
            <p:ph sz="quarter" idx="16" hasCustomPrompt="1"/>
          </p:nvPr>
        </p:nvSpPr>
        <p:spPr>
          <a:xfrm>
            <a:off x="5881898" y="2676525"/>
            <a:ext cx="4490827" cy="3597470"/>
          </a:xfrm>
        </p:spPr>
        <p:txBody>
          <a:bodyPr lIns="0" tIns="45720" rIns="0" bIns="0">
            <a:normAutofit/>
          </a:bodyPr>
          <a:lstStyle>
            <a:lvl1pPr marL="0" indent="0">
              <a:spcBef>
                <a:spcPts val="1800"/>
              </a:spcBef>
              <a:buFont typeface="Arial" panose="020B0604020202020204" pitchFamily="34" charset="0"/>
              <a:buNone/>
              <a:defRPr sz="2000"/>
            </a:lvl1pPr>
            <a:lvl2pPr marL="283464" indent="-283464">
              <a:spcBef>
                <a:spcPts val="1800"/>
              </a:spcBef>
              <a:defRPr sz="2000"/>
            </a:lvl2pPr>
            <a:lvl3pPr marL="548640" indent="-283464">
              <a:spcBef>
                <a:spcPts val="1800"/>
              </a:spcBef>
              <a:defRPr sz="2000"/>
            </a:lvl3pPr>
            <a:lvl4pPr marL="822960" indent="-283464">
              <a:spcBef>
                <a:spcPts val="1800"/>
              </a:spcBef>
              <a:defRPr sz="2000"/>
            </a:lvl4pPr>
            <a:lvl5pPr marL="1005840" indent="-283464">
              <a:spcBef>
                <a:spcPts val="1800"/>
              </a:spcBef>
              <a:defRPr sz="20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Slide Number Placeholder 9">
            <a:extLst>
              <a:ext uri="{FF2B5EF4-FFF2-40B4-BE49-F238E27FC236}">
                <a16:creationId xmlns:a16="http://schemas.microsoft.com/office/drawing/2014/main" id="{05D79B4B-A9BD-581F-536E-DE7CF728F84E}"/>
              </a:ext>
            </a:extLst>
          </p:cNvPr>
          <p:cNvSpPr>
            <a:spLocks noGrp="1"/>
          </p:cNvSpPr>
          <p:nvPr>
            <p:ph type="sldNum" sz="quarter" idx="12"/>
          </p:nvPr>
        </p:nvSpPr>
        <p:spPr/>
        <p:txBody>
          <a:bodyPr/>
          <a:lstStyle/>
          <a:p>
            <a:fld id="{294A09A9-5501-47C1-A89A-A340965A2BE2}" type="slidenum">
              <a:rPr lang="en-US" smtClean="0"/>
              <a:pPr/>
              <a:t>‹#›</a:t>
            </a:fld>
            <a:endParaRPr lang="en-US" dirty="0">
              <a:latin typeface="+mn-lt"/>
            </a:endParaRPr>
          </a:p>
        </p:txBody>
      </p:sp>
      <p:sp>
        <p:nvSpPr>
          <p:cNvPr id="8" name="Date Placeholder 7">
            <a:extLst>
              <a:ext uri="{FF2B5EF4-FFF2-40B4-BE49-F238E27FC236}">
                <a16:creationId xmlns:a16="http://schemas.microsoft.com/office/drawing/2014/main" id="{C5EA2E64-5690-A56B-7051-476EC7BADA55}"/>
              </a:ext>
            </a:extLst>
          </p:cNvPr>
          <p:cNvSpPr>
            <a:spLocks noGrp="1"/>
          </p:cNvSpPr>
          <p:nvPr>
            <p:ph type="dt" sz="half" idx="11"/>
          </p:nvPr>
        </p:nvSpPr>
        <p:spPr/>
        <p:txBody>
          <a:bodyPr/>
          <a:lstStyle/>
          <a:p>
            <a:endParaRPr lang="en-US" dirty="0">
              <a:latin typeface="+mn-lt"/>
            </a:endParaRPr>
          </a:p>
        </p:txBody>
      </p:sp>
      <p:cxnSp>
        <p:nvCxnSpPr>
          <p:cNvPr id="4" name="Straight Connector 3">
            <a:extLst>
              <a:ext uri="{FF2B5EF4-FFF2-40B4-BE49-F238E27FC236}">
                <a16:creationId xmlns:a16="http://schemas.microsoft.com/office/drawing/2014/main" id="{E66081BA-9135-73B1-DCE5-77FD12431F13}"/>
              </a:ext>
              <a:ext uri="{C183D7F6-B498-43B3-948B-1728B52AA6E4}">
                <adec:decorative xmlns:adec="http://schemas.microsoft.com/office/drawing/2017/decorative" val="1"/>
              </a:ext>
            </a:extLst>
          </p:cNvPr>
          <p:cNvCxnSpPr>
            <a:cxnSpLocks/>
          </p:cNvCxnSpPr>
          <p:nvPr userDrawn="1"/>
        </p:nvCxnSpPr>
        <p:spPr>
          <a:xfrm>
            <a:off x="594360" y="2148840"/>
            <a:ext cx="2133600" cy="3992"/>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941056953"/>
      </p:ext>
    </p:extLst>
  </p:cSld>
  <p:clrMapOvr>
    <a:masterClrMapping/>
  </p:clrMapOvr>
  <p:extLst>
    <p:ext uri="{DCECCB84-F9BA-43D5-87BE-67443E8EF086}">
      <p15:sldGuideLst xmlns:p15="http://schemas.microsoft.com/office/powerpoint/2012/main">
        <p15:guide id="1" pos="600">
          <p15:clr>
            <a:srgbClr val="FBAE40"/>
          </p15:clr>
        </p15:guide>
        <p15:guide id="2" pos="7080">
          <p15:clr>
            <a:srgbClr val="FBAE40"/>
          </p15:clr>
        </p15:guide>
        <p15:guide id="3" pos="2880">
          <p15:clr>
            <a:srgbClr val="FBAE40"/>
          </p15:clr>
        </p15:guide>
        <p15:guide id="4" pos="5160">
          <p15:clr>
            <a:srgbClr val="FBAE40"/>
          </p15:clr>
        </p15:guide>
        <p15:guide id="5" pos="2520">
          <p15:clr>
            <a:srgbClr val="FBAE40"/>
          </p15:clr>
        </p15:guide>
        <p15:guide id="6" pos="4800">
          <p15:clr>
            <a:srgbClr val="FBAE40"/>
          </p15:clr>
        </p15:guide>
        <p15:guide id="7" orient="horz" pos="1224">
          <p15:clr>
            <a:srgbClr val="FBAE40"/>
          </p15:clr>
        </p15:guide>
        <p15:guide id="8" orient="horz" pos="1392">
          <p15:clr>
            <a:srgbClr val="FBAE40"/>
          </p15:clr>
        </p15:guide>
        <p15:guide id="10" orient="horz" pos="552">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Content ">
    <p:bg>
      <p:bgPr>
        <a:solidFill>
          <a:schemeClr val="tx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42E558A9-6DD6-E21D-3A8F-6707E1DD19F1}"/>
              </a:ext>
              <a:ext uri="{C183D7F6-B498-43B3-948B-1728B52AA6E4}">
                <adec:decorative xmlns:adec="http://schemas.microsoft.com/office/drawing/2017/decorative" val="1"/>
              </a:ext>
            </a:extLst>
          </p:cNvPr>
          <p:cNvGrpSpPr/>
          <p:nvPr userDrawn="1"/>
        </p:nvGrpSpPr>
        <p:grpSpPr>
          <a:xfrm>
            <a:off x="6362700" y="0"/>
            <a:ext cx="5829298" cy="3235602"/>
            <a:chOff x="5612972" y="1"/>
            <a:chExt cx="6615961" cy="3672246"/>
          </a:xfrm>
        </p:grpSpPr>
        <p:sp>
          <p:nvSpPr>
            <p:cNvPr id="12" name="AutoShape 24">
              <a:extLst>
                <a:ext uri="{FF2B5EF4-FFF2-40B4-BE49-F238E27FC236}">
                  <a16:creationId xmlns:a16="http://schemas.microsoft.com/office/drawing/2014/main" id="{3FC994E4-318C-1E66-B4E4-8F8FD08E098F}"/>
                </a:ext>
              </a:extLst>
            </p:cNvPr>
            <p:cNvSpPr>
              <a:spLocks/>
            </p:cNvSpPr>
            <p:nvPr/>
          </p:nvSpPr>
          <p:spPr bwMode="auto">
            <a:xfrm>
              <a:off x="5612972" y="1"/>
              <a:ext cx="4408998" cy="3672246"/>
            </a:xfrm>
            <a:custGeom>
              <a:avLst/>
              <a:gdLst>
                <a:gd name="T0" fmla="+- 0 8372 6586"/>
                <a:gd name="T1" fmla="*/ T0 w 3578"/>
                <a:gd name="T2" fmla="*/ 591 h 2980"/>
                <a:gd name="T3" fmla="+- 0 7780 6586"/>
                <a:gd name="T4" fmla="*/ T3 w 3578"/>
                <a:gd name="T5" fmla="*/ 0 h 2980"/>
                <a:gd name="T6" fmla="+- 0 6586 6586"/>
                <a:gd name="T7" fmla="*/ T6 w 3578"/>
                <a:gd name="T8" fmla="*/ 0 h 2980"/>
                <a:gd name="T9" fmla="+- 0 7774 6586"/>
                <a:gd name="T10" fmla="*/ T9 w 3578"/>
                <a:gd name="T11" fmla="*/ 1188 h 2980"/>
                <a:gd name="T12" fmla="+- 0 8372 6586"/>
                <a:gd name="T13" fmla="*/ T12 w 3578"/>
                <a:gd name="T14" fmla="*/ 591 h 2980"/>
                <a:gd name="T15" fmla="+- 0 10163 6586"/>
                <a:gd name="T16" fmla="*/ T15 w 3578"/>
                <a:gd name="T17" fmla="*/ 2383 h 2980"/>
                <a:gd name="T18" fmla="+- 0 9566 6586"/>
                <a:gd name="T19" fmla="*/ T18 w 3578"/>
                <a:gd name="T20" fmla="*/ 1786 h 2980"/>
                <a:gd name="T21" fmla="+- 0 8969 6586"/>
                <a:gd name="T22" fmla="*/ T21 w 3578"/>
                <a:gd name="T23" fmla="*/ 2383 h 2980"/>
                <a:gd name="T24" fmla="+- 0 9566 6586"/>
                <a:gd name="T25" fmla="*/ T24 w 3578"/>
                <a:gd name="T26" fmla="*/ 2980 h 2980"/>
                <a:gd name="T27" fmla="+- 0 10163 6586"/>
                <a:gd name="T28" fmla="*/ T27 w 3578"/>
                <a:gd name="T29" fmla="*/ 2383 h 2980"/>
              </a:gdLst>
              <a:ahLst/>
              <a:cxnLst>
                <a:cxn ang="0">
                  <a:pos x="T1" y="T2"/>
                </a:cxn>
                <a:cxn ang="0">
                  <a:pos x="T4" y="T5"/>
                </a:cxn>
                <a:cxn ang="0">
                  <a:pos x="T7" y="T8"/>
                </a:cxn>
                <a:cxn ang="0">
                  <a:pos x="T10" y="T11"/>
                </a:cxn>
                <a:cxn ang="0">
                  <a:pos x="T13" y="T14"/>
                </a:cxn>
                <a:cxn ang="0">
                  <a:pos x="T16" y="T17"/>
                </a:cxn>
                <a:cxn ang="0">
                  <a:pos x="T19" y="T20"/>
                </a:cxn>
                <a:cxn ang="0">
                  <a:pos x="T22" y="T23"/>
                </a:cxn>
                <a:cxn ang="0">
                  <a:pos x="T25" y="T26"/>
                </a:cxn>
                <a:cxn ang="0">
                  <a:pos x="T28" y="T29"/>
                </a:cxn>
              </a:cxnLst>
              <a:rect l="0" t="0" r="r" b="b"/>
              <a:pathLst>
                <a:path w="3578" h="2980">
                  <a:moveTo>
                    <a:pt x="1786" y="591"/>
                  </a:moveTo>
                  <a:lnTo>
                    <a:pt x="1194" y="0"/>
                  </a:lnTo>
                  <a:lnTo>
                    <a:pt x="0" y="0"/>
                  </a:lnTo>
                  <a:lnTo>
                    <a:pt x="1188" y="1188"/>
                  </a:lnTo>
                  <a:lnTo>
                    <a:pt x="1786" y="591"/>
                  </a:lnTo>
                  <a:moveTo>
                    <a:pt x="3577" y="2383"/>
                  </a:moveTo>
                  <a:lnTo>
                    <a:pt x="2980" y="1786"/>
                  </a:lnTo>
                  <a:lnTo>
                    <a:pt x="2383" y="2383"/>
                  </a:lnTo>
                  <a:lnTo>
                    <a:pt x="2980" y="2980"/>
                  </a:lnTo>
                  <a:lnTo>
                    <a:pt x="3577" y="2383"/>
                  </a:lnTo>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3" name="Freeform 7">
              <a:extLst>
                <a:ext uri="{FF2B5EF4-FFF2-40B4-BE49-F238E27FC236}">
                  <a16:creationId xmlns:a16="http://schemas.microsoft.com/office/drawing/2014/main" id="{17C00E6B-F625-6D6C-8364-9DD9F3C3628F}"/>
                </a:ext>
              </a:extLst>
            </p:cNvPr>
            <p:cNvSpPr>
              <a:spLocks/>
            </p:cNvSpPr>
            <p:nvPr/>
          </p:nvSpPr>
          <p:spPr bwMode="auto">
            <a:xfrm>
              <a:off x="6341233" y="1463970"/>
              <a:ext cx="2208196" cy="2208277"/>
            </a:xfrm>
            <a:custGeom>
              <a:avLst/>
              <a:gdLst>
                <a:gd name="T0" fmla="+- 0 7774 7177"/>
                <a:gd name="T1" fmla="*/ T0 w 1792"/>
                <a:gd name="T2" fmla="+- 0 1188 1188"/>
                <a:gd name="T3" fmla="*/ 1188 h 1792"/>
                <a:gd name="T4" fmla="+- 0 7177 7177"/>
                <a:gd name="T5" fmla="*/ T4 w 1792"/>
                <a:gd name="T6" fmla="+- 0 1786 1188"/>
                <a:gd name="T7" fmla="*/ 1786 h 1792"/>
                <a:gd name="T8" fmla="+- 0 8372 7177"/>
                <a:gd name="T9" fmla="*/ T8 w 1792"/>
                <a:gd name="T10" fmla="+- 0 2980 1188"/>
                <a:gd name="T11" fmla="*/ 2980 h 1792"/>
                <a:gd name="T12" fmla="+- 0 8969 7177"/>
                <a:gd name="T13" fmla="*/ T12 w 1792"/>
                <a:gd name="T14" fmla="+- 0 2383 1188"/>
                <a:gd name="T15" fmla="*/ 2383 h 1792"/>
                <a:gd name="T16" fmla="+- 0 7774 7177"/>
                <a:gd name="T17" fmla="*/ T16 w 1792"/>
                <a:gd name="T18" fmla="+- 0 1188 1188"/>
                <a:gd name="T19" fmla="*/ 1188 h 1792"/>
              </a:gdLst>
              <a:ahLst/>
              <a:cxnLst>
                <a:cxn ang="0">
                  <a:pos x="T1" y="T3"/>
                </a:cxn>
                <a:cxn ang="0">
                  <a:pos x="T5" y="T7"/>
                </a:cxn>
                <a:cxn ang="0">
                  <a:pos x="T9" y="T11"/>
                </a:cxn>
                <a:cxn ang="0">
                  <a:pos x="T13" y="T15"/>
                </a:cxn>
                <a:cxn ang="0">
                  <a:pos x="T17" y="T19"/>
                </a:cxn>
              </a:cxnLst>
              <a:rect l="0" t="0" r="r" b="b"/>
              <a:pathLst>
                <a:path w="1792" h="1792">
                  <a:moveTo>
                    <a:pt x="597" y="0"/>
                  </a:moveTo>
                  <a:lnTo>
                    <a:pt x="0" y="598"/>
                  </a:lnTo>
                  <a:lnTo>
                    <a:pt x="1195" y="1792"/>
                  </a:lnTo>
                  <a:lnTo>
                    <a:pt x="1792" y="1195"/>
                  </a:lnTo>
                  <a:lnTo>
                    <a:pt x="597" y="0"/>
                  </a:lnTo>
                  <a:close/>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4" name="Freeform 8">
              <a:extLst>
                <a:ext uri="{FF2B5EF4-FFF2-40B4-BE49-F238E27FC236}">
                  <a16:creationId xmlns:a16="http://schemas.microsoft.com/office/drawing/2014/main" id="{C6197B87-4F65-7981-9463-84830CD3687F}"/>
                </a:ext>
              </a:extLst>
            </p:cNvPr>
            <p:cNvSpPr>
              <a:spLocks/>
            </p:cNvSpPr>
            <p:nvPr/>
          </p:nvSpPr>
          <p:spPr bwMode="auto">
            <a:xfrm>
              <a:off x="8555590" y="1"/>
              <a:ext cx="1457754" cy="729520"/>
            </a:xfrm>
            <a:custGeom>
              <a:avLst/>
              <a:gdLst>
                <a:gd name="T0" fmla="+- 0 10158 8975"/>
                <a:gd name="T1" fmla="*/ T0 w 1183"/>
                <a:gd name="T2" fmla="*/ 0 h 592"/>
                <a:gd name="T3" fmla="+- 0 8975 8975"/>
                <a:gd name="T4" fmla="*/ T3 w 1183"/>
                <a:gd name="T5" fmla="*/ 0 h 592"/>
                <a:gd name="T6" fmla="+- 0 9566 8975"/>
                <a:gd name="T7" fmla="*/ T6 w 1183"/>
                <a:gd name="T8" fmla="*/ 591 h 592"/>
                <a:gd name="T9" fmla="+- 0 10158 8975"/>
                <a:gd name="T10" fmla="*/ T9 w 1183"/>
                <a:gd name="T11" fmla="*/ 0 h 592"/>
              </a:gdLst>
              <a:ahLst/>
              <a:cxnLst>
                <a:cxn ang="0">
                  <a:pos x="T1" y="T2"/>
                </a:cxn>
                <a:cxn ang="0">
                  <a:pos x="T4" y="T5"/>
                </a:cxn>
                <a:cxn ang="0">
                  <a:pos x="T7" y="T8"/>
                </a:cxn>
                <a:cxn ang="0">
                  <a:pos x="T10" y="T11"/>
                </a:cxn>
              </a:cxnLst>
              <a:rect l="0" t="0" r="r" b="b"/>
              <a:pathLst>
                <a:path w="1183" h="592">
                  <a:moveTo>
                    <a:pt x="1183" y="0"/>
                  </a:moveTo>
                  <a:lnTo>
                    <a:pt x="0" y="0"/>
                  </a:lnTo>
                  <a:lnTo>
                    <a:pt x="591" y="591"/>
                  </a:lnTo>
                  <a:lnTo>
                    <a:pt x="1183" y="0"/>
                  </a:lnTo>
                  <a:close/>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8" name="Freeform 9">
              <a:extLst>
                <a:ext uri="{FF2B5EF4-FFF2-40B4-BE49-F238E27FC236}">
                  <a16:creationId xmlns:a16="http://schemas.microsoft.com/office/drawing/2014/main" id="{86AA517C-7217-D864-B7E7-40984A2880DB}"/>
                </a:ext>
              </a:extLst>
            </p:cNvPr>
            <p:cNvSpPr>
              <a:spLocks/>
            </p:cNvSpPr>
            <p:nvPr/>
          </p:nvSpPr>
          <p:spPr bwMode="auto">
            <a:xfrm>
              <a:off x="7076887" y="728289"/>
              <a:ext cx="2208196" cy="2208277"/>
            </a:xfrm>
            <a:custGeom>
              <a:avLst/>
              <a:gdLst>
                <a:gd name="T0" fmla="+- 0 8372 7774"/>
                <a:gd name="T1" fmla="*/ T0 w 1792"/>
                <a:gd name="T2" fmla="+- 0 591 591"/>
                <a:gd name="T3" fmla="*/ 591 h 1792"/>
                <a:gd name="T4" fmla="+- 0 7774 7774"/>
                <a:gd name="T5" fmla="*/ T4 w 1792"/>
                <a:gd name="T6" fmla="+- 0 1188 591"/>
                <a:gd name="T7" fmla="*/ 1188 h 1792"/>
                <a:gd name="T8" fmla="+- 0 8969 7774"/>
                <a:gd name="T9" fmla="*/ T8 w 1792"/>
                <a:gd name="T10" fmla="+- 0 2383 591"/>
                <a:gd name="T11" fmla="*/ 2383 h 1792"/>
                <a:gd name="T12" fmla="+- 0 9566 7774"/>
                <a:gd name="T13" fmla="*/ T12 w 1792"/>
                <a:gd name="T14" fmla="+- 0 1786 591"/>
                <a:gd name="T15" fmla="*/ 1786 h 1792"/>
                <a:gd name="T16" fmla="+- 0 8372 7774"/>
                <a:gd name="T17" fmla="*/ T16 w 1792"/>
                <a:gd name="T18" fmla="+- 0 591 591"/>
                <a:gd name="T19" fmla="*/ 591 h 1792"/>
              </a:gdLst>
              <a:ahLst/>
              <a:cxnLst>
                <a:cxn ang="0">
                  <a:pos x="T1" y="T3"/>
                </a:cxn>
                <a:cxn ang="0">
                  <a:pos x="T5" y="T7"/>
                </a:cxn>
                <a:cxn ang="0">
                  <a:pos x="T9" y="T11"/>
                </a:cxn>
                <a:cxn ang="0">
                  <a:pos x="T13" y="T15"/>
                </a:cxn>
                <a:cxn ang="0">
                  <a:pos x="T17" y="T19"/>
                </a:cxn>
              </a:cxnLst>
              <a:rect l="0" t="0" r="r" b="b"/>
              <a:pathLst>
                <a:path w="1792" h="1792">
                  <a:moveTo>
                    <a:pt x="598" y="0"/>
                  </a:moveTo>
                  <a:lnTo>
                    <a:pt x="0" y="597"/>
                  </a:lnTo>
                  <a:lnTo>
                    <a:pt x="1195" y="1792"/>
                  </a:lnTo>
                  <a:lnTo>
                    <a:pt x="1792" y="1195"/>
                  </a:lnTo>
                  <a:lnTo>
                    <a:pt x="598" y="0"/>
                  </a:lnTo>
                  <a:close/>
                </a:path>
              </a:pathLst>
            </a:custGeom>
            <a:solidFill>
              <a:schemeClr val="tx2"/>
            </a:solidFill>
            <a:ln>
              <a:noFill/>
            </a:ln>
          </p:spPr>
          <p:txBody>
            <a:bodyPr rot="0" vert="horz" wrap="square" lIns="91440" tIns="45720" rIns="91440" bIns="45720" anchor="t" anchorCtr="0" upright="1">
              <a:noAutofit/>
            </a:bodyPr>
            <a:lstStyle/>
            <a:p>
              <a:endParaRPr lang="en-US" dirty="0"/>
            </a:p>
          </p:txBody>
        </p:sp>
        <p:sp>
          <p:nvSpPr>
            <p:cNvPr id="19" name="Freeform 10">
              <a:extLst>
                <a:ext uri="{FF2B5EF4-FFF2-40B4-BE49-F238E27FC236}">
                  <a16:creationId xmlns:a16="http://schemas.microsoft.com/office/drawing/2014/main" id="{524013C6-491C-CAA2-5BD6-7C73596711CC}"/>
                </a:ext>
              </a:extLst>
            </p:cNvPr>
            <p:cNvSpPr>
              <a:spLocks/>
            </p:cNvSpPr>
            <p:nvPr/>
          </p:nvSpPr>
          <p:spPr bwMode="auto">
            <a:xfrm>
              <a:off x="9285083" y="728289"/>
              <a:ext cx="2943850" cy="2943958"/>
            </a:xfrm>
            <a:custGeom>
              <a:avLst/>
              <a:gdLst>
                <a:gd name="T0" fmla="+- 0 11955 9566"/>
                <a:gd name="T1" fmla="*/ T0 w 2389"/>
                <a:gd name="T2" fmla="+- 0 1786 591"/>
                <a:gd name="T3" fmla="*/ 1786 h 2389"/>
                <a:gd name="T4" fmla="+- 0 10760 9566"/>
                <a:gd name="T5" fmla="*/ T4 w 2389"/>
                <a:gd name="T6" fmla="+- 0 591 591"/>
                <a:gd name="T7" fmla="*/ 591 h 2389"/>
                <a:gd name="T8" fmla="+- 0 9566 9566"/>
                <a:gd name="T9" fmla="*/ T8 w 2389"/>
                <a:gd name="T10" fmla="+- 0 1786 591"/>
                <a:gd name="T11" fmla="*/ 1786 h 2389"/>
                <a:gd name="T12" fmla="+- 0 10760 9566"/>
                <a:gd name="T13" fmla="*/ T12 w 2389"/>
                <a:gd name="T14" fmla="+- 0 2980 591"/>
                <a:gd name="T15" fmla="*/ 2980 h 2389"/>
                <a:gd name="T16" fmla="+- 0 11955 9566"/>
                <a:gd name="T17" fmla="*/ T16 w 2389"/>
                <a:gd name="T18" fmla="+- 0 1786 591"/>
                <a:gd name="T19" fmla="*/ 1786 h 2389"/>
              </a:gdLst>
              <a:ahLst/>
              <a:cxnLst>
                <a:cxn ang="0">
                  <a:pos x="T1" y="T3"/>
                </a:cxn>
                <a:cxn ang="0">
                  <a:pos x="T5" y="T7"/>
                </a:cxn>
                <a:cxn ang="0">
                  <a:pos x="T9" y="T11"/>
                </a:cxn>
                <a:cxn ang="0">
                  <a:pos x="T13" y="T15"/>
                </a:cxn>
                <a:cxn ang="0">
                  <a:pos x="T17" y="T19"/>
                </a:cxn>
              </a:cxnLst>
              <a:rect l="0" t="0" r="r" b="b"/>
              <a:pathLst>
                <a:path w="2389" h="2389">
                  <a:moveTo>
                    <a:pt x="2389" y="1195"/>
                  </a:moveTo>
                  <a:lnTo>
                    <a:pt x="1194" y="0"/>
                  </a:lnTo>
                  <a:lnTo>
                    <a:pt x="0" y="1195"/>
                  </a:lnTo>
                  <a:lnTo>
                    <a:pt x="1194" y="2389"/>
                  </a:lnTo>
                  <a:lnTo>
                    <a:pt x="2389" y="1195"/>
                  </a:lnTo>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grpSp>
      <p:sp>
        <p:nvSpPr>
          <p:cNvPr id="16" name="Title 1">
            <a:extLst>
              <a:ext uri="{FF2B5EF4-FFF2-40B4-BE49-F238E27FC236}">
                <a16:creationId xmlns:a16="http://schemas.microsoft.com/office/drawing/2014/main" id="{109B023A-F28F-184D-BA48-3F1C0502AE0A}"/>
              </a:ext>
            </a:extLst>
          </p:cNvPr>
          <p:cNvSpPr>
            <a:spLocks noGrp="1"/>
          </p:cNvSpPr>
          <p:nvPr>
            <p:ph type="title" hasCustomPrompt="1"/>
          </p:nvPr>
        </p:nvSpPr>
        <p:spPr>
          <a:xfrm>
            <a:off x="6318885" y="3499667"/>
            <a:ext cx="4939666" cy="2542810"/>
          </a:xfrm>
          <a:prstGeom prst="rect">
            <a:avLst/>
          </a:prstGeom>
        </p:spPr>
        <p:txBody>
          <a:bodyPr lIns="0" tIns="0" rIns="0" bIns="0" anchor="b" anchorCtr="0">
            <a:noAutofit/>
          </a:bodyPr>
          <a:lstStyle>
            <a:lvl1pPr>
              <a:defRPr sz="4400" b="1" i="0">
                <a:solidFill>
                  <a:schemeClr val="bg1"/>
                </a:solidFill>
                <a:latin typeface="+mj-lt"/>
              </a:defRPr>
            </a:lvl1pPr>
          </a:lstStyle>
          <a:p>
            <a:r>
              <a:rPr lang="en-US" dirty="0"/>
              <a:t>Click to add title </a:t>
            </a:r>
          </a:p>
        </p:txBody>
      </p:sp>
      <p:cxnSp>
        <p:nvCxnSpPr>
          <p:cNvPr id="4" name="Straight Connector 3">
            <a:extLst>
              <a:ext uri="{FF2B5EF4-FFF2-40B4-BE49-F238E27FC236}">
                <a16:creationId xmlns:a16="http://schemas.microsoft.com/office/drawing/2014/main" id="{E66081BA-9135-73B1-DCE5-77FD12431F13}"/>
              </a:ext>
              <a:ext uri="{C183D7F6-B498-43B3-948B-1728B52AA6E4}">
                <adec:decorative xmlns:adec="http://schemas.microsoft.com/office/drawing/2017/decorative" val="1"/>
              </a:ext>
            </a:extLst>
          </p:cNvPr>
          <p:cNvCxnSpPr>
            <a:cxnSpLocks/>
          </p:cNvCxnSpPr>
          <p:nvPr userDrawn="1"/>
        </p:nvCxnSpPr>
        <p:spPr>
          <a:xfrm>
            <a:off x="6347460" y="6313170"/>
            <a:ext cx="2133600" cy="3992"/>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sp>
        <p:nvSpPr>
          <p:cNvPr id="7" name="Content Placeholder 5">
            <a:extLst>
              <a:ext uri="{FF2B5EF4-FFF2-40B4-BE49-F238E27FC236}">
                <a16:creationId xmlns:a16="http://schemas.microsoft.com/office/drawing/2014/main" id="{8007FA9C-C4D5-89EC-C457-5F329A338E1E}"/>
              </a:ext>
            </a:extLst>
          </p:cNvPr>
          <p:cNvSpPr>
            <a:spLocks noGrp="1"/>
          </p:cNvSpPr>
          <p:nvPr>
            <p:ph sz="quarter" idx="14" hasCustomPrompt="1"/>
          </p:nvPr>
        </p:nvSpPr>
        <p:spPr>
          <a:xfrm>
            <a:off x="603885" y="457201"/>
            <a:ext cx="5198269" cy="2305050"/>
          </a:xfrm>
        </p:spPr>
        <p:txBody>
          <a:bodyPr lIns="0" tIns="274320">
            <a:normAutofit/>
          </a:bodyPr>
          <a:lstStyle>
            <a:lvl1pPr marL="457200" indent="-457200">
              <a:spcBef>
                <a:spcPts val="1800"/>
              </a:spcBef>
              <a:buFont typeface="+mj-lt"/>
              <a:buAutoNum type="arabicPeriod"/>
              <a:defRPr sz="2000"/>
            </a:lvl1pPr>
            <a:lvl2pPr marL="914400" indent="-457200">
              <a:spcBef>
                <a:spcPts val="1800"/>
              </a:spcBef>
              <a:buFont typeface="+mj-lt"/>
              <a:buAutoNum type="alphaLcPeriod"/>
              <a:defRPr sz="2000"/>
            </a:lvl2pPr>
            <a:lvl3pPr marL="1371600" indent="-457200">
              <a:spcBef>
                <a:spcPts val="1800"/>
              </a:spcBef>
              <a:buFont typeface="+mj-lt"/>
              <a:buAutoNum type="arabicParenR"/>
              <a:defRPr sz="2000"/>
            </a:lvl3pPr>
            <a:lvl4pPr marL="1371600" indent="0">
              <a:spcBef>
                <a:spcPts val="1800"/>
              </a:spcBef>
              <a:buFont typeface="+mj-lt"/>
              <a:buNone/>
              <a:defRPr sz="2000"/>
            </a:lvl4pPr>
            <a:lvl5pPr marL="2286000" indent="-457200">
              <a:spcBef>
                <a:spcPts val="1800"/>
              </a:spcBef>
              <a:buFont typeface="+mj-lt"/>
              <a:buAutoNum type="arabicPeriod"/>
              <a:defRPr sz="2000"/>
            </a:lvl5pPr>
          </a:lstStyle>
          <a:p>
            <a:pPr lvl="0"/>
            <a:r>
              <a:rPr lang="en-US" dirty="0"/>
              <a:t>Click to add content</a:t>
            </a:r>
          </a:p>
          <a:p>
            <a:pPr lvl="1"/>
            <a:r>
              <a:rPr lang="en-US" dirty="0"/>
              <a:t>Second level</a:t>
            </a:r>
          </a:p>
          <a:p>
            <a:pPr lvl="2"/>
            <a:r>
              <a:rPr lang="en-US" dirty="0"/>
              <a:t>Third level</a:t>
            </a:r>
          </a:p>
          <a:p>
            <a:pPr lvl="3"/>
            <a:endParaRPr lang="en-US" dirty="0"/>
          </a:p>
        </p:txBody>
      </p:sp>
      <p:sp>
        <p:nvSpPr>
          <p:cNvPr id="2" name="Content Placeholder 5">
            <a:extLst>
              <a:ext uri="{FF2B5EF4-FFF2-40B4-BE49-F238E27FC236}">
                <a16:creationId xmlns:a16="http://schemas.microsoft.com/office/drawing/2014/main" id="{3AC171DA-232D-44C1-6B93-40BACB298F4B}"/>
              </a:ext>
            </a:extLst>
          </p:cNvPr>
          <p:cNvSpPr>
            <a:spLocks noGrp="1"/>
          </p:cNvSpPr>
          <p:nvPr>
            <p:ph sz="quarter" idx="15" hasCustomPrompt="1"/>
          </p:nvPr>
        </p:nvSpPr>
        <p:spPr>
          <a:xfrm>
            <a:off x="594360" y="2810595"/>
            <a:ext cx="5198269" cy="3319513"/>
          </a:xfrm>
        </p:spPr>
        <p:txBody>
          <a:bodyPr lIns="0" tIns="45720" rIns="0" bIns="0">
            <a:normAutofit/>
          </a:bodyPr>
          <a:lstStyle>
            <a:lvl1pPr marL="0" indent="0">
              <a:spcBef>
                <a:spcPts val="1800"/>
              </a:spcBef>
              <a:buFont typeface="Arial" panose="020B0604020202020204" pitchFamily="34" charset="0"/>
              <a:buNone/>
              <a:defRPr sz="2000"/>
            </a:lvl1pPr>
            <a:lvl2pPr marL="283464" indent="-283464">
              <a:spcBef>
                <a:spcPts val="1800"/>
              </a:spcBef>
              <a:defRPr sz="2000"/>
            </a:lvl2pPr>
            <a:lvl3pPr marL="548640" indent="-283464">
              <a:spcBef>
                <a:spcPts val="1800"/>
              </a:spcBef>
              <a:defRPr sz="2000"/>
            </a:lvl3pPr>
            <a:lvl4pPr marL="822960" indent="-283464">
              <a:spcBef>
                <a:spcPts val="1800"/>
              </a:spcBef>
              <a:defRPr sz="2000"/>
            </a:lvl4pPr>
            <a:lvl5pPr marL="1005840" indent="-283464">
              <a:spcBef>
                <a:spcPts val="1800"/>
              </a:spcBef>
              <a:defRPr sz="20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Slide Number Placeholder 9">
            <a:extLst>
              <a:ext uri="{FF2B5EF4-FFF2-40B4-BE49-F238E27FC236}">
                <a16:creationId xmlns:a16="http://schemas.microsoft.com/office/drawing/2014/main" id="{05D79B4B-A9BD-581F-536E-DE7CF728F84E}"/>
              </a:ext>
            </a:extLst>
          </p:cNvPr>
          <p:cNvSpPr>
            <a:spLocks noGrp="1"/>
          </p:cNvSpPr>
          <p:nvPr>
            <p:ph type="sldNum" sz="quarter" idx="12"/>
          </p:nvPr>
        </p:nvSpPr>
        <p:spPr/>
        <p:txBody>
          <a:bodyPr/>
          <a:lstStyle/>
          <a:p>
            <a:fld id="{294A09A9-5501-47C1-A89A-A340965A2BE2}" type="slidenum">
              <a:rPr lang="en-US" smtClean="0"/>
              <a:pPr/>
              <a:t>‹#›</a:t>
            </a:fld>
            <a:endParaRPr lang="en-US" dirty="0">
              <a:latin typeface="+mn-lt"/>
            </a:endParaRPr>
          </a:p>
        </p:txBody>
      </p:sp>
      <p:sp>
        <p:nvSpPr>
          <p:cNvPr id="8" name="Date Placeholder 7">
            <a:extLst>
              <a:ext uri="{FF2B5EF4-FFF2-40B4-BE49-F238E27FC236}">
                <a16:creationId xmlns:a16="http://schemas.microsoft.com/office/drawing/2014/main" id="{C5EA2E64-5690-A56B-7051-476EC7BADA55}"/>
              </a:ext>
            </a:extLst>
          </p:cNvPr>
          <p:cNvSpPr>
            <a:spLocks noGrp="1"/>
          </p:cNvSpPr>
          <p:nvPr>
            <p:ph type="dt" sz="half" idx="11"/>
          </p:nvPr>
        </p:nvSpPr>
        <p:spPr/>
        <p:txBody>
          <a:bodyPr/>
          <a:lstStyle/>
          <a:p>
            <a:endParaRPr lang="en-US" dirty="0">
              <a:latin typeface="+mn-lt"/>
            </a:endParaRPr>
          </a:p>
        </p:txBody>
      </p:sp>
    </p:spTree>
    <p:extLst>
      <p:ext uri="{BB962C8B-B14F-4D97-AF65-F5344CB8AC3E}">
        <p14:creationId xmlns:p14="http://schemas.microsoft.com/office/powerpoint/2010/main" val="554606805"/>
      </p:ext>
    </p:extLst>
  </p:cSld>
  <p:clrMapOvr>
    <a:masterClrMapping/>
  </p:clrMapOvr>
  <p:extLst>
    <p:ext uri="{DCECCB84-F9BA-43D5-87BE-67443E8EF086}">
      <p15:sldGuideLst xmlns:p15="http://schemas.microsoft.com/office/powerpoint/2012/main">
        <p15:guide id="1" pos="600">
          <p15:clr>
            <a:srgbClr val="FBAE40"/>
          </p15:clr>
        </p15:guide>
        <p15:guide id="2" pos="7080">
          <p15:clr>
            <a:srgbClr val="FBAE40"/>
          </p15:clr>
        </p15:guide>
        <p15:guide id="3" pos="2880">
          <p15:clr>
            <a:srgbClr val="FBAE40"/>
          </p15:clr>
        </p15:guide>
        <p15:guide id="4" pos="5160">
          <p15:clr>
            <a:srgbClr val="FBAE40"/>
          </p15:clr>
        </p15:guide>
        <p15:guide id="5" pos="2520">
          <p15:clr>
            <a:srgbClr val="FBAE40"/>
          </p15:clr>
        </p15:guide>
        <p15:guide id="6" pos="4800">
          <p15:clr>
            <a:srgbClr val="FBAE40"/>
          </p15:clr>
        </p15:guide>
        <p15:guide id="7" orient="horz" pos="1224">
          <p15:clr>
            <a:srgbClr val="FBAE40"/>
          </p15:clr>
        </p15:guide>
        <p15:guide id="8" orient="horz" pos="1392">
          <p15:clr>
            <a:srgbClr val="FBAE40"/>
          </p15:clr>
        </p15:guide>
        <p15:guide id="10" orient="horz" pos="552">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Content and Picture">
    <p:bg>
      <p:bgPr>
        <a:solidFill>
          <a:schemeClr val="tx1"/>
        </a:solidFill>
        <a:effectLst/>
      </p:bgPr>
    </p:bg>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109B023A-F28F-184D-BA48-3F1C0502AE0A}"/>
              </a:ext>
            </a:extLst>
          </p:cNvPr>
          <p:cNvSpPr>
            <a:spLocks noGrp="1"/>
          </p:cNvSpPr>
          <p:nvPr>
            <p:ph type="title" hasCustomPrompt="1"/>
          </p:nvPr>
        </p:nvSpPr>
        <p:spPr>
          <a:xfrm>
            <a:off x="575310" y="278129"/>
            <a:ext cx="5063490" cy="2354026"/>
          </a:xfrm>
          <a:prstGeom prst="rect">
            <a:avLst/>
          </a:prstGeom>
        </p:spPr>
        <p:txBody>
          <a:bodyPr lIns="0" tIns="0" rIns="0" bIns="0" anchor="b" anchorCtr="0">
            <a:noAutofit/>
          </a:bodyPr>
          <a:lstStyle>
            <a:lvl1pPr>
              <a:defRPr sz="4400" b="1" i="0">
                <a:solidFill>
                  <a:schemeClr val="bg1"/>
                </a:solidFill>
                <a:latin typeface="+mj-lt"/>
              </a:defRPr>
            </a:lvl1pPr>
          </a:lstStyle>
          <a:p>
            <a:r>
              <a:rPr lang="en-US" dirty="0"/>
              <a:t>Click to add title </a:t>
            </a:r>
          </a:p>
        </p:txBody>
      </p:sp>
      <p:sp>
        <p:nvSpPr>
          <p:cNvPr id="3" name="Content Placeholder 5">
            <a:extLst>
              <a:ext uri="{FF2B5EF4-FFF2-40B4-BE49-F238E27FC236}">
                <a16:creationId xmlns:a16="http://schemas.microsoft.com/office/drawing/2014/main" id="{1EF4505D-6803-3813-7738-049963427819}"/>
              </a:ext>
            </a:extLst>
          </p:cNvPr>
          <p:cNvSpPr>
            <a:spLocks noGrp="1"/>
          </p:cNvSpPr>
          <p:nvPr>
            <p:ph sz="quarter" idx="16" hasCustomPrompt="1"/>
          </p:nvPr>
        </p:nvSpPr>
        <p:spPr>
          <a:xfrm>
            <a:off x="594360" y="3279579"/>
            <a:ext cx="5044440" cy="2994415"/>
          </a:xfrm>
        </p:spPr>
        <p:txBody>
          <a:bodyPr lIns="0" tIns="228600" rIns="0" bIns="0">
            <a:normAutofit/>
          </a:bodyPr>
          <a:lstStyle>
            <a:lvl1pPr marL="0" indent="0">
              <a:spcBef>
                <a:spcPts val="1800"/>
              </a:spcBef>
              <a:buFont typeface="Arial" panose="020B0604020202020204" pitchFamily="34" charset="0"/>
              <a:buNone/>
              <a:defRPr sz="2000"/>
            </a:lvl1pPr>
            <a:lvl2pPr indent="-283464">
              <a:spcBef>
                <a:spcPts val="1800"/>
              </a:spcBef>
              <a:defRPr sz="2000"/>
            </a:lvl2pPr>
            <a:lvl3pPr indent="-283464">
              <a:spcBef>
                <a:spcPts val="1800"/>
              </a:spcBef>
              <a:defRPr sz="2000"/>
            </a:lvl3pPr>
            <a:lvl4pPr indent="-283464">
              <a:spcBef>
                <a:spcPts val="1800"/>
              </a:spcBef>
              <a:defRPr sz="2000"/>
            </a:lvl4pPr>
            <a:lvl5pPr indent="-283464">
              <a:spcBef>
                <a:spcPts val="1800"/>
              </a:spcBef>
              <a:defRPr sz="20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4" name="Straight Connector 3">
            <a:extLst>
              <a:ext uri="{FF2B5EF4-FFF2-40B4-BE49-F238E27FC236}">
                <a16:creationId xmlns:a16="http://schemas.microsoft.com/office/drawing/2014/main" id="{E66081BA-9135-73B1-DCE5-77FD12431F13}"/>
              </a:ext>
              <a:ext uri="{C183D7F6-B498-43B3-948B-1728B52AA6E4}">
                <adec:decorative xmlns:adec="http://schemas.microsoft.com/office/drawing/2017/decorative" val="1"/>
              </a:ext>
            </a:extLst>
          </p:cNvPr>
          <p:cNvCxnSpPr>
            <a:cxnSpLocks/>
          </p:cNvCxnSpPr>
          <p:nvPr userDrawn="1"/>
        </p:nvCxnSpPr>
        <p:spPr>
          <a:xfrm>
            <a:off x="594360" y="2997459"/>
            <a:ext cx="2133600" cy="3992"/>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sp>
        <p:nvSpPr>
          <p:cNvPr id="12" name="Picture Placeholder 11">
            <a:extLst>
              <a:ext uri="{FF2B5EF4-FFF2-40B4-BE49-F238E27FC236}">
                <a16:creationId xmlns:a16="http://schemas.microsoft.com/office/drawing/2014/main" id="{4658637A-5D36-6127-19BC-C203E23FA49F}"/>
              </a:ext>
            </a:extLst>
          </p:cNvPr>
          <p:cNvSpPr>
            <a:spLocks noGrp="1"/>
          </p:cNvSpPr>
          <p:nvPr>
            <p:ph type="pic" sz="quarter" idx="15"/>
          </p:nvPr>
        </p:nvSpPr>
        <p:spPr>
          <a:xfrm>
            <a:off x="6096000" y="0"/>
            <a:ext cx="6118225" cy="6858000"/>
          </a:xfrm>
        </p:spPr>
        <p:txBody>
          <a:bodyPr>
            <a:normAutofit/>
          </a:bodyPr>
          <a:lstStyle>
            <a:lvl1pPr marL="0" indent="0" algn="ctr">
              <a:buNone/>
              <a:defRPr sz="2000">
                <a:solidFill>
                  <a:schemeClr val="bg1"/>
                </a:solidFill>
              </a:defRPr>
            </a:lvl1pPr>
          </a:lstStyle>
          <a:p>
            <a:r>
              <a:rPr lang="en-US"/>
              <a:t>Click icon to add picture</a:t>
            </a:r>
            <a:endParaRPr lang="en-US" dirty="0"/>
          </a:p>
        </p:txBody>
      </p:sp>
      <p:sp>
        <p:nvSpPr>
          <p:cNvPr id="10" name="Slide Number Placeholder 9">
            <a:extLst>
              <a:ext uri="{FF2B5EF4-FFF2-40B4-BE49-F238E27FC236}">
                <a16:creationId xmlns:a16="http://schemas.microsoft.com/office/drawing/2014/main" id="{05D79B4B-A9BD-581F-536E-DE7CF728F84E}"/>
              </a:ext>
            </a:extLst>
          </p:cNvPr>
          <p:cNvSpPr>
            <a:spLocks noGrp="1"/>
          </p:cNvSpPr>
          <p:nvPr>
            <p:ph type="sldNum" sz="quarter" idx="12"/>
          </p:nvPr>
        </p:nvSpPr>
        <p:spPr/>
        <p:txBody>
          <a:bodyPr/>
          <a:lstStyle/>
          <a:p>
            <a:fld id="{294A09A9-5501-47C1-A89A-A340965A2BE2}" type="slidenum">
              <a:rPr lang="en-US" smtClean="0"/>
              <a:pPr/>
              <a:t>‹#›</a:t>
            </a:fld>
            <a:endParaRPr lang="en-US" dirty="0">
              <a:latin typeface="+mn-lt"/>
            </a:endParaRPr>
          </a:p>
        </p:txBody>
      </p:sp>
      <p:sp>
        <p:nvSpPr>
          <p:cNvPr id="8" name="Date Placeholder 7">
            <a:extLst>
              <a:ext uri="{FF2B5EF4-FFF2-40B4-BE49-F238E27FC236}">
                <a16:creationId xmlns:a16="http://schemas.microsoft.com/office/drawing/2014/main" id="{C5EA2E64-5690-A56B-7051-476EC7BADA55}"/>
              </a:ext>
            </a:extLst>
          </p:cNvPr>
          <p:cNvSpPr>
            <a:spLocks noGrp="1"/>
          </p:cNvSpPr>
          <p:nvPr>
            <p:ph type="dt" sz="half" idx="11"/>
          </p:nvPr>
        </p:nvSpPr>
        <p:spPr/>
        <p:txBody>
          <a:bodyPr/>
          <a:lstStyle/>
          <a:p>
            <a:endParaRPr lang="en-US" dirty="0">
              <a:latin typeface="+mn-lt"/>
            </a:endParaRPr>
          </a:p>
        </p:txBody>
      </p:sp>
    </p:spTree>
    <p:extLst>
      <p:ext uri="{BB962C8B-B14F-4D97-AF65-F5344CB8AC3E}">
        <p14:creationId xmlns:p14="http://schemas.microsoft.com/office/powerpoint/2010/main" val="1429319764"/>
      </p:ext>
    </p:extLst>
  </p:cSld>
  <p:clrMapOvr>
    <a:masterClrMapping/>
  </p:clrMapOvr>
  <p:extLst>
    <p:ext uri="{DCECCB84-F9BA-43D5-87BE-67443E8EF086}">
      <p15:sldGuideLst xmlns:p15="http://schemas.microsoft.com/office/powerpoint/2012/main">
        <p15:guide id="1" pos="600">
          <p15:clr>
            <a:srgbClr val="FBAE40"/>
          </p15:clr>
        </p15:guide>
        <p15:guide id="2" pos="7080">
          <p15:clr>
            <a:srgbClr val="FBAE40"/>
          </p15:clr>
        </p15:guide>
        <p15:guide id="3" pos="2880">
          <p15:clr>
            <a:srgbClr val="FBAE40"/>
          </p15:clr>
        </p15:guide>
        <p15:guide id="4" pos="5160">
          <p15:clr>
            <a:srgbClr val="FBAE40"/>
          </p15:clr>
        </p15:guide>
        <p15:guide id="5" pos="2520">
          <p15:clr>
            <a:srgbClr val="FBAE40"/>
          </p15:clr>
        </p15:guide>
        <p15:guide id="6" pos="4800">
          <p15:clr>
            <a:srgbClr val="FBAE40"/>
          </p15:clr>
        </p15:guide>
        <p15:guide id="7" orient="horz" pos="1224">
          <p15:clr>
            <a:srgbClr val="FBAE40"/>
          </p15:clr>
        </p15:guide>
        <p15:guide id="8" orient="horz" pos="1392">
          <p15:clr>
            <a:srgbClr val="FBAE40"/>
          </p15:clr>
        </p15:guide>
        <p15:guide id="10" orient="horz" pos="552">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Content and Table">
    <p:bg>
      <p:bgPr>
        <a:solidFill>
          <a:schemeClr val="tx1"/>
        </a:solidFill>
        <a:effectLst/>
      </p:bgPr>
    </p:bg>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CF555767-B3D8-BD57-1D42-7F6E1E66892B}"/>
              </a:ext>
              <a:ext uri="{C183D7F6-B498-43B3-948B-1728B52AA6E4}">
                <adec:decorative xmlns:adec="http://schemas.microsoft.com/office/drawing/2017/decorative" val="1"/>
              </a:ext>
            </a:extLst>
          </p:cNvPr>
          <p:cNvGrpSpPr>
            <a:grpSpLocks/>
          </p:cNvGrpSpPr>
          <p:nvPr userDrawn="1"/>
        </p:nvGrpSpPr>
        <p:grpSpPr bwMode="auto">
          <a:xfrm rot="16200000" flipV="1">
            <a:off x="0" y="3900132"/>
            <a:ext cx="2959226" cy="2959226"/>
            <a:chOff x="0" y="12289"/>
            <a:chExt cx="3550" cy="3551"/>
          </a:xfrm>
        </p:grpSpPr>
        <p:sp>
          <p:nvSpPr>
            <p:cNvPr id="9" name="Freeform 13">
              <a:extLst>
                <a:ext uri="{FF2B5EF4-FFF2-40B4-BE49-F238E27FC236}">
                  <a16:creationId xmlns:a16="http://schemas.microsoft.com/office/drawing/2014/main" id="{BC972B6D-098C-52F6-E990-52623B368FB1}"/>
                </a:ext>
              </a:extLst>
            </p:cNvPr>
            <p:cNvSpPr>
              <a:spLocks/>
            </p:cNvSpPr>
            <p:nvPr/>
          </p:nvSpPr>
          <p:spPr bwMode="auto">
            <a:xfrm>
              <a:off x="0" y="12289"/>
              <a:ext cx="1789" cy="2386"/>
            </a:xfrm>
            <a:custGeom>
              <a:avLst/>
              <a:gdLst>
                <a:gd name="T0" fmla="*/ 0 w 1789"/>
                <a:gd name="T1" fmla="+- 0 12290 12290"/>
                <a:gd name="T2" fmla="*/ 12290 h 2386"/>
                <a:gd name="T3" fmla="*/ 0 w 1789"/>
                <a:gd name="T4" fmla="+- 0 13484 12290"/>
                <a:gd name="T5" fmla="*/ 13484 h 2386"/>
                <a:gd name="T6" fmla="*/ 1192 w 1789"/>
                <a:gd name="T7" fmla="+- 0 14676 12290"/>
                <a:gd name="T8" fmla="*/ 14676 h 2386"/>
                <a:gd name="T9" fmla="*/ 1789 w 1789"/>
                <a:gd name="T10" fmla="+- 0 14079 12290"/>
                <a:gd name="T11" fmla="*/ 14079 h 2386"/>
                <a:gd name="T12" fmla="*/ 0 w 1789"/>
                <a:gd name="T13" fmla="+- 0 12290 12290"/>
                <a:gd name="T14" fmla="*/ 12290 h 2386"/>
              </a:gdLst>
              <a:ahLst/>
              <a:cxnLst>
                <a:cxn ang="0">
                  <a:pos x="T0" y="T2"/>
                </a:cxn>
                <a:cxn ang="0">
                  <a:pos x="T3" y="T5"/>
                </a:cxn>
                <a:cxn ang="0">
                  <a:pos x="T6" y="T8"/>
                </a:cxn>
                <a:cxn ang="0">
                  <a:pos x="T9" y="T11"/>
                </a:cxn>
                <a:cxn ang="0">
                  <a:pos x="T12" y="T14"/>
                </a:cxn>
              </a:cxnLst>
              <a:rect l="0" t="0" r="r" b="b"/>
              <a:pathLst>
                <a:path w="1789" h="2386">
                  <a:moveTo>
                    <a:pt x="0" y="0"/>
                  </a:moveTo>
                  <a:lnTo>
                    <a:pt x="0" y="1194"/>
                  </a:lnTo>
                  <a:lnTo>
                    <a:pt x="1192" y="2386"/>
                  </a:lnTo>
                  <a:lnTo>
                    <a:pt x="1789" y="1789"/>
                  </a:lnTo>
                  <a:lnTo>
                    <a:pt x="0" y="0"/>
                  </a:lnTo>
                  <a:close/>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5" name="Freeform 14">
              <a:extLst>
                <a:ext uri="{FF2B5EF4-FFF2-40B4-BE49-F238E27FC236}">
                  <a16:creationId xmlns:a16="http://schemas.microsoft.com/office/drawing/2014/main" id="{3F0D3EE3-9A8C-531D-1EEE-1AFAB9F3BCAE}"/>
                </a:ext>
              </a:extLst>
            </p:cNvPr>
            <p:cNvSpPr>
              <a:spLocks/>
            </p:cNvSpPr>
            <p:nvPr/>
          </p:nvSpPr>
          <p:spPr bwMode="auto">
            <a:xfrm>
              <a:off x="0" y="14678"/>
              <a:ext cx="1162" cy="1162"/>
            </a:xfrm>
            <a:custGeom>
              <a:avLst/>
              <a:gdLst>
                <a:gd name="T0" fmla="*/ 0 w 1162"/>
                <a:gd name="T1" fmla="+- 0 14679 14679"/>
                <a:gd name="T2" fmla="*/ 14679 h 1162"/>
                <a:gd name="T3" fmla="*/ 0 w 1162"/>
                <a:gd name="T4" fmla="+- 0 15840 14679"/>
                <a:gd name="T5" fmla="*/ 15840 h 1162"/>
                <a:gd name="T6" fmla="*/ 1161 w 1162"/>
                <a:gd name="T7" fmla="+- 0 15840 14679"/>
                <a:gd name="T8" fmla="*/ 15840 h 1162"/>
                <a:gd name="T9" fmla="*/ 0 w 1162"/>
                <a:gd name="T10" fmla="+- 0 14679 14679"/>
                <a:gd name="T11" fmla="*/ 14679 h 1162"/>
              </a:gdLst>
              <a:ahLst/>
              <a:cxnLst>
                <a:cxn ang="0">
                  <a:pos x="T0" y="T2"/>
                </a:cxn>
                <a:cxn ang="0">
                  <a:pos x="T3" y="T5"/>
                </a:cxn>
                <a:cxn ang="0">
                  <a:pos x="T6" y="T8"/>
                </a:cxn>
                <a:cxn ang="0">
                  <a:pos x="T9" y="T11"/>
                </a:cxn>
              </a:cxnLst>
              <a:rect l="0" t="0" r="r" b="b"/>
              <a:pathLst>
                <a:path w="1162" h="1162">
                  <a:moveTo>
                    <a:pt x="0" y="0"/>
                  </a:moveTo>
                  <a:lnTo>
                    <a:pt x="0" y="1161"/>
                  </a:lnTo>
                  <a:lnTo>
                    <a:pt x="1161" y="1161"/>
                  </a:lnTo>
                  <a:lnTo>
                    <a:pt x="0"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7" name="Freeform 15">
              <a:extLst>
                <a:ext uri="{FF2B5EF4-FFF2-40B4-BE49-F238E27FC236}">
                  <a16:creationId xmlns:a16="http://schemas.microsoft.com/office/drawing/2014/main" id="{A2BE192C-1768-890B-EC1B-5ED6E1F82590}"/>
                </a:ext>
              </a:extLst>
            </p:cNvPr>
            <p:cNvSpPr>
              <a:spLocks/>
            </p:cNvSpPr>
            <p:nvPr/>
          </p:nvSpPr>
          <p:spPr bwMode="auto">
            <a:xfrm>
              <a:off x="1221" y="14675"/>
              <a:ext cx="2329" cy="1165"/>
            </a:xfrm>
            <a:custGeom>
              <a:avLst/>
              <a:gdLst>
                <a:gd name="T0" fmla="+- 0 3550 1221"/>
                <a:gd name="T1" fmla="*/ T0 w 2329"/>
                <a:gd name="T2" fmla="+- 0 15840 14676"/>
                <a:gd name="T3" fmla="*/ 15840 h 1165"/>
                <a:gd name="T4" fmla="+- 0 2386 1221"/>
                <a:gd name="T5" fmla="*/ T4 w 2329"/>
                <a:gd name="T6" fmla="+- 0 14676 14676"/>
                <a:gd name="T7" fmla="*/ 14676 h 1165"/>
                <a:gd name="T8" fmla="+- 0 1221 1221"/>
                <a:gd name="T9" fmla="*/ T8 w 2329"/>
                <a:gd name="T10" fmla="+- 0 15840 14676"/>
                <a:gd name="T11" fmla="*/ 15840 h 1165"/>
                <a:gd name="T12" fmla="+- 0 3550 1221"/>
                <a:gd name="T13" fmla="*/ T12 w 2329"/>
                <a:gd name="T14" fmla="+- 0 15840 14676"/>
                <a:gd name="T15" fmla="*/ 15840 h 1165"/>
              </a:gdLst>
              <a:ahLst/>
              <a:cxnLst>
                <a:cxn ang="0">
                  <a:pos x="T1" y="T3"/>
                </a:cxn>
                <a:cxn ang="0">
                  <a:pos x="T5" y="T7"/>
                </a:cxn>
                <a:cxn ang="0">
                  <a:pos x="T9" y="T11"/>
                </a:cxn>
                <a:cxn ang="0">
                  <a:pos x="T13" y="T15"/>
                </a:cxn>
              </a:cxnLst>
              <a:rect l="0" t="0" r="r" b="b"/>
              <a:pathLst>
                <a:path w="2329" h="1165">
                  <a:moveTo>
                    <a:pt x="2329" y="1164"/>
                  </a:moveTo>
                  <a:lnTo>
                    <a:pt x="1165" y="0"/>
                  </a:lnTo>
                  <a:lnTo>
                    <a:pt x="0" y="1164"/>
                  </a:lnTo>
                  <a:lnTo>
                    <a:pt x="2329" y="1164"/>
                  </a:lnTo>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grpSp>
      <p:sp>
        <p:nvSpPr>
          <p:cNvPr id="16" name="Title 1">
            <a:extLst>
              <a:ext uri="{FF2B5EF4-FFF2-40B4-BE49-F238E27FC236}">
                <a16:creationId xmlns:a16="http://schemas.microsoft.com/office/drawing/2014/main" id="{109B023A-F28F-184D-BA48-3F1C0502AE0A}"/>
              </a:ext>
            </a:extLst>
          </p:cNvPr>
          <p:cNvSpPr>
            <a:spLocks noGrp="1"/>
          </p:cNvSpPr>
          <p:nvPr>
            <p:ph type="title" hasCustomPrompt="1"/>
          </p:nvPr>
        </p:nvSpPr>
        <p:spPr>
          <a:xfrm>
            <a:off x="3661409" y="4661717"/>
            <a:ext cx="7936230" cy="1380760"/>
          </a:xfrm>
          <a:prstGeom prst="rect">
            <a:avLst/>
          </a:prstGeom>
        </p:spPr>
        <p:txBody>
          <a:bodyPr lIns="0" tIns="0" rIns="0" bIns="0" anchor="b" anchorCtr="0">
            <a:noAutofit/>
          </a:bodyPr>
          <a:lstStyle>
            <a:lvl1pPr>
              <a:defRPr sz="4400" b="1" i="0">
                <a:solidFill>
                  <a:schemeClr val="bg1"/>
                </a:solidFill>
                <a:latin typeface="+mj-lt"/>
              </a:defRPr>
            </a:lvl1pPr>
          </a:lstStyle>
          <a:p>
            <a:r>
              <a:rPr lang="en-US" dirty="0"/>
              <a:t>Click to add title </a:t>
            </a:r>
          </a:p>
        </p:txBody>
      </p:sp>
      <p:cxnSp>
        <p:nvCxnSpPr>
          <p:cNvPr id="4" name="Straight Connector 3">
            <a:extLst>
              <a:ext uri="{FF2B5EF4-FFF2-40B4-BE49-F238E27FC236}">
                <a16:creationId xmlns:a16="http://schemas.microsoft.com/office/drawing/2014/main" id="{E66081BA-9135-73B1-DCE5-77FD12431F13}"/>
              </a:ext>
              <a:ext uri="{C183D7F6-B498-43B3-948B-1728B52AA6E4}">
                <adec:decorative xmlns:adec="http://schemas.microsoft.com/office/drawing/2017/decorative" val="1"/>
              </a:ext>
            </a:extLst>
          </p:cNvPr>
          <p:cNvCxnSpPr>
            <a:cxnSpLocks/>
          </p:cNvCxnSpPr>
          <p:nvPr userDrawn="1"/>
        </p:nvCxnSpPr>
        <p:spPr>
          <a:xfrm>
            <a:off x="3670935" y="6313170"/>
            <a:ext cx="2133600" cy="3992"/>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sp>
        <p:nvSpPr>
          <p:cNvPr id="7" name="Content Placeholder 5">
            <a:extLst>
              <a:ext uri="{FF2B5EF4-FFF2-40B4-BE49-F238E27FC236}">
                <a16:creationId xmlns:a16="http://schemas.microsoft.com/office/drawing/2014/main" id="{8007FA9C-C4D5-89EC-C457-5F329A338E1E}"/>
              </a:ext>
            </a:extLst>
          </p:cNvPr>
          <p:cNvSpPr>
            <a:spLocks noGrp="1"/>
          </p:cNvSpPr>
          <p:nvPr>
            <p:ph sz="quarter" idx="14" hasCustomPrompt="1"/>
          </p:nvPr>
        </p:nvSpPr>
        <p:spPr>
          <a:xfrm>
            <a:off x="603885" y="584005"/>
            <a:ext cx="2825115" cy="3999060"/>
          </a:xfrm>
        </p:spPr>
        <p:txBody>
          <a:bodyPr lIns="0" tIns="274320">
            <a:normAutofit/>
          </a:bodyPr>
          <a:lstStyle>
            <a:lvl1pPr marL="0" indent="0">
              <a:spcBef>
                <a:spcPts val="1800"/>
              </a:spcBef>
              <a:buFont typeface="Arial" panose="020B0604020202020204" pitchFamily="34" charset="0"/>
              <a:buNone/>
              <a:defRPr sz="2000"/>
            </a:lvl1pPr>
            <a:lvl2pPr marL="457200" indent="0">
              <a:spcBef>
                <a:spcPts val="1800"/>
              </a:spcBef>
              <a:buNone/>
              <a:defRPr sz="2000"/>
            </a:lvl2pPr>
            <a:lvl3pPr marL="914400" indent="0">
              <a:spcBef>
                <a:spcPts val="1800"/>
              </a:spcBef>
              <a:buNone/>
              <a:defRPr sz="2000"/>
            </a:lvl3pPr>
            <a:lvl4pPr marL="1371600" indent="0">
              <a:spcBef>
                <a:spcPts val="1800"/>
              </a:spcBef>
              <a:buNone/>
              <a:defRPr sz="2000"/>
            </a:lvl4pPr>
            <a:lvl5pPr marL="1828800" indent="0">
              <a:spcBef>
                <a:spcPts val="1800"/>
              </a:spcBef>
              <a:buNone/>
              <a:defRPr sz="20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Content Placeholder 5">
            <a:extLst>
              <a:ext uri="{FF2B5EF4-FFF2-40B4-BE49-F238E27FC236}">
                <a16:creationId xmlns:a16="http://schemas.microsoft.com/office/drawing/2014/main" id="{5BCAAA28-C292-C527-AD35-90836B8BB978}"/>
              </a:ext>
            </a:extLst>
          </p:cNvPr>
          <p:cNvSpPr>
            <a:spLocks noGrp="1"/>
          </p:cNvSpPr>
          <p:nvPr>
            <p:ph sz="quarter" idx="13" hasCustomPrompt="1"/>
          </p:nvPr>
        </p:nvSpPr>
        <p:spPr>
          <a:xfrm>
            <a:off x="3670934" y="584005"/>
            <a:ext cx="7926705" cy="3999060"/>
          </a:xfrm>
        </p:spPr>
        <p:txBody>
          <a:bodyPr lIns="0">
            <a:normAutofit/>
          </a:bodyPr>
          <a:lstStyle>
            <a:lvl1pPr marL="0" indent="0">
              <a:spcBef>
                <a:spcPts val="1800"/>
              </a:spcBef>
              <a:buNone/>
              <a:defRPr sz="2000"/>
            </a:lvl1pPr>
            <a:lvl2pPr>
              <a:spcBef>
                <a:spcPts val="600"/>
              </a:spcBef>
              <a:defRPr sz="2000"/>
            </a:lvl2pPr>
            <a:lvl3pPr>
              <a:spcBef>
                <a:spcPts val="1800"/>
              </a:spcBef>
              <a:defRPr sz="2000"/>
            </a:lvl3pPr>
            <a:lvl4pPr>
              <a:spcBef>
                <a:spcPts val="1800"/>
              </a:spcBef>
              <a:defRPr sz="2000"/>
            </a:lvl4pPr>
            <a:lvl5pPr>
              <a:spcBef>
                <a:spcPts val="1800"/>
              </a:spcBef>
              <a:defRPr sz="20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Slide Number Placeholder 9">
            <a:extLst>
              <a:ext uri="{FF2B5EF4-FFF2-40B4-BE49-F238E27FC236}">
                <a16:creationId xmlns:a16="http://schemas.microsoft.com/office/drawing/2014/main" id="{05D79B4B-A9BD-581F-536E-DE7CF728F84E}"/>
              </a:ext>
            </a:extLst>
          </p:cNvPr>
          <p:cNvSpPr>
            <a:spLocks noGrp="1"/>
          </p:cNvSpPr>
          <p:nvPr>
            <p:ph type="sldNum" sz="quarter" idx="12"/>
          </p:nvPr>
        </p:nvSpPr>
        <p:spPr/>
        <p:txBody>
          <a:bodyPr/>
          <a:lstStyle/>
          <a:p>
            <a:fld id="{294A09A9-5501-47C1-A89A-A340965A2BE2}" type="slidenum">
              <a:rPr lang="en-US" smtClean="0"/>
              <a:pPr/>
              <a:t>‹#›</a:t>
            </a:fld>
            <a:endParaRPr lang="en-US" dirty="0">
              <a:latin typeface="+mn-lt"/>
            </a:endParaRPr>
          </a:p>
        </p:txBody>
      </p:sp>
      <p:sp>
        <p:nvSpPr>
          <p:cNvPr id="8" name="Date Placeholder 7">
            <a:extLst>
              <a:ext uri="{FF2B5EF4-FFF2-40B4-BE49-F238E27FC236}">
                <a16:creationId xmlns:a16="http://schemas.microsoft.com/office/drawing/2014/main" id="{C5EA2E64-5690-A56B-7051-476EC7BADA55}"/>
              </a:ext>
            </a:extLst>
          </p:cNvPr>
          <p:cNvSpPr>
            <a:spLocks noGrp="1"/>
          </p:cNvSpPr>
          <p:nvPr>
            <p:ph type="dt" sz="half" idx="11"/>
          </p:nvPr>
        </p:nvSpPr>
        <p:spPr/>
        <p:txBody>
          <a:bodyPr/>
          <a:lstStyle/>
          <a:p>
            <a:endParaRPr lang="en-US" dirty="0">
              <a:latin typeface="+mn-lt"/>
            </a:endParaRPr>
          </a:p>
        </p:txBody>
      </p:sp>
    </p:spTree>
    <p:extLst>
      <p:ext uri="{BB962C8B-B14F-4D97-AF65-F5344CB8AC3E}">
        <p14:creationId xmlns:p14="http://schemas.microsoft.com/office/powerpoint/2010/main" val="2244329111"/>
      </p:ext>
    </p:extLst>
  </p:cSld>
  <p:clrMapOvr>
    <a:masterClrMapping/>
  </p:clrMapOvr>
  <p:extLst>
    <p:ext uri="{DCECCB84-F9BA-43D5-87BE-67443E8EF086}">
      <p15:sldGuideLst xmlns:p15="http://schemas.microsoft.com/office/powerpoint/2012/main">
        <p15:guide id="1" pos="600">
          <p15:clr>
            <a:srgbClr val="FBAE40"/>
          </p15:clr>
        </p15:guide>
        <p15:guide id="2" pos="7080">
          <p15:clr>
            <a:srgbClr val="FBAE40"/>
          </p15:clr>
        </p15:guide>
        <p15:guide id="3" pos="2880">
          <p15:clr>
            <a:srgbClr val="FBAE40"/>
          </p15:clr>
        </p15:guide>
        <p15:guide id="4" pos="5160">
          <p15:clr>
            <a:srgbClr val="FBAE40"/>
          </p15:clr>
        </p15:guide>
        <p15:guide id="5" pos="2520">
          <p15:clr>
            <a:srgbClr val="FBAE40"/>
          </p15:clr>
        </p15:guide>
        <p15:guide id="6" pos="4800">
          <p15:clr>
            <a:srgbClr val="FBAE40"/>
          </p15:clr>
        </p15:guide>
        <p15:guide id="7" orient="horz" pos="1224">
          <p15:clr>
            <a:srgbClr val="FBAE40"/>
          </p15:clr>
        </p15:guide>
        <p15:guide id="8" orient="horz" pos="1392">
          <p15:clr>
            <a:srgbClr val="FBAE40"/>
          </p15:clr>
        </p15:guide>
        <p15:guide id="10" orient="horz" pos="552">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Two Content">
    <p:bg>
      <p:bgPr>
        <a:solidFill>
          <a:schemeClr val="tx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C97D5AF2-684A-4A8D-3D82-B57D7AC44677}"/>
              </a:ext>
              <a:ext uri="{C183D7F6-B498-43B3-948B-1728B52AA6E4}">
                <adec:decorative xmlns:adec="http://schemas.microsoft.com/office/drawing/2017/decorative" val="1"/>
              </a:ext>
            </a:extLst>
          </p:cNvPr>
          <p:cNvGrpSpPr>
            <a:grpSpLocks/>
          </p:cNvGrpSpPr>
          <p:nvPr userDrawn="1"/>
        </p:nvGrpSpPr>
        <p:grpSpPr bwMode="auto">
          <a:xfrm rot="10800000">
            <a:off x="8870040" y="0"/>
            <a:ext cx="3325208" cy="3325208"/>
            <a:chOff x="0" y="12289"/>
            <a:chExt cx="3550" cy="3551"/>
          </a:xfrm>
        </p:grpSpPr>
        <p:sp>
          <p:nvSpPr>
            <p:cNvPr id="12" name="Freeform 4">
              <a:extLst>
                <a:ext uri="{FF2B5EF4-FFF2-40B4-BE49-F238E27FC236}">
                  <a16:creationId xmlns:a16="http://schemas.microsoft.com/office/drawing/2014/main" id="{8CF5F650-F8F0-F4FE-44DA-1F14ADE428B2}"/>
                </a:ext>
              </a:extLst>
            </p:cNvPr>
            <p:cNvSpPr>
              <a:spLocks/>
            </p:cNvSpPr>
            <p:nvPr/>
          </p:nvSpPr>
          <p:spPr bwMode="auto">
            <a:xfrm>
              <a:off x="0" y="12289"/>
              <a:ext cx="1789" cy="2386"/>
            </a:xfrm>
            <a:custGeom>
              <a:avLst/>
              <a:gdLst>
                <a:gd name="T0" fmla="*/ 0 w 1789"/>
                <a:gd name="T1" fmla="+- 0 12290 12290"/>
                <a:gd name="T2" fmla="*/ 12290 h 2386"/>
                <a:gd name="T3" fmla="*/ 0 w 1789"/>
                <a:gd name="T4" fmla="+- 0 13484 12290"/>
                <a:gd name="T5" fmla="*/ 13484 h 2386"/>
                <a:gd name="T6" fmla="*/ 1192 w 1789"/>
                <a:gd name="T7" fmla="+- 0 14676 12290"/>
                <a:gd name="T8" fmla="*/ 14676 h 2386"/>
                <a:gd name="T9" fmla="*/ 1789 w 1789"/>
                <a:gd name="T10" fmla="+- 0 14079 12290"/>
                <a:gd name="T11" fmla="*/ 14079 h 2386"/>
                <a:gd name="T12" fmla="*/ 0 w 1789"/>
                <a:gd name="T13" fmla="+- 0 12290 12290"/>
                <a:gd name="T14" fmla="*/ 12290 h 2386"/>
              </a:gdLst>
              <a:ahLst/>
              <a:cxnLst>
                <a:cxn ang="0">
                  <a:pos x="T0" y="T2"/>
                </a:cxn>
                <a:cxn ang="0">
                  <a:pos x="T3" y="T5"/>
                </a:cxn>
                <a:cxn ang="0">
                  <a:pos x="T6" y="T8"/>
                </a:cxn>
                <a:cxn ang="0">
                  <a:pos x="T9" y="T11"/>
                </a:cxn>
                <a:cxn ang="0">
                  <a:pos x="T12" y="T14"/>
                </a:cxn>
              </a:cxnLst>
              <a:rect l="0" t="0" r="r" b="b"/>
              <a:pathLst>
                <a:path w="1789" h="2386">
                  <a:moveTo>
                    <a:pt x="0" y="0"/>
                  </a:moveTo>
                  <a:lnTo>
                    <a:pt x="0" y="1194"/>
                  </a:lnTo>
                  <a:lnTo>
                    <a:pt x="1192" y="2386"/>
                  </a:lnTo>
                  <a:lnTo>
                    <a:pt x="1789" y="1789"/>
                  </a:lnTo>
                  <a:lnTo>
                    <a:pt x="0" y="0"/>
                  </a:lnTo>
                  <a:close/>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3" name="Freeform 5">
              <a:extLst>
                <a:ext uri="{FF2B5EF4-FFF2-40B4-BE49-F238E27FC236}">
                  <a16:creationId xmlns:a16="http://schemas.microsoft.com/office/drawing/2014/main" id="{18870924-E47D-404F-59B5-BD1C58F7B04C}"/>
                </a:ext>
              </a:extLst>
            </p:cNvPr>
            <p:cNvSpPr>
              <a:spLocks/>
            </p:cNvSpPr>
            <p:nvPr/>
          </p:nvSpPr>
          <p:spPr bwMode="auto">
            <a:xfrm>
              <a:off x="0" y="14678"/>
              <a:ext cx="1162" cy="1162"/>
            </a:xfrm>
            <a:custGeom>
              <a:avLst/>
              <a:gdLst>
                <a:gd name="T0" fmla="*/ 0 w 1162"/>
                <a:gd name="T1" fmla="+- 0 14679 14679"/>
                <a:gd name="T2" fmla="*/ 14679 h 1162"/>
                <a:gd name="T3" fmla="*/ 0 w 1162"/>
                <a:gd name="T4" fmla="+- 0 15840 14679"/>
                <a:gd name="T5" fmla="*/ 15840 h 1162"/>
                <a:gd name="T6" fmla="*/ 1161 w 1162"/>
                <a:gd name="T7" fmla="+- 0 15840 14679"/>
                <a:gd name="T8" fmla="*/ 15840 h 1162"/>
                <a:gd name="T9" fmla="*/ 0 w 1162"/>
                <a:gd name="T10" fmla="+- 0 14679 14679"/>
                <a:gd name="T11" fmla="*/ 14679 h 1162"/>
              </a:gdLst>
              <a:ahLst/>
              <a:cxnLst>
                <a:cxn ang="0">
                  <a:pos x="T0" y="T2"/>
                </a:cxn>
                <a:cxn ang="0">
                  <a:pos x="T3" y="T5"/>
                </a:cxn>
                <a:cxn ang="0">
                  <a:pos x="T6" y="T8"/>
                </a:cxn>
                <a:cxn ang="0">
                  <a:pos x="T9" y="T11"/>
                </a:cxn>
              </a:cxnLst>
              <a:rect l="0" t="0" r="r" b="b"/>
              <a:pathLst>
                <a:path w="1162" h="1162">
                  <a:moveTo>
                    <a:pt x="0" y="0"/>
                  </a:moveTo>
                  <a:lnTo>
                    <a:pt x="0" y="1161"/>
                  </a:lnTo>
                  <a:lnTo>
                    <a:pt x="1161" y="1161"/>
                  </a:lnTo>
                  <a:lnTo>
                    <a:pt x="0"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4" name="Freeform 7">
              <a:extLst>
                <a:ext uri="{FF2B5EF4-FFF2-40B4-BE49-F238E27FC236}">
                  <a16:creationId xmlns:a16="http://schemas.microsoft.com/office/drawing/2014/main" id="{80806A65-E4FC-2F52-65B3-CC181E620C29}"/>
                </a:ext>
              </a:extLst>
            </p:cNvPr>
            <p:cNvSpPr>
              <a:spLocks/>
            </p:cNvSpPr>
            <p:nvPr/>
          </p:nvSpPr>
          <p:spPr bwMode="auto">
            <a:xfrm>
              <a:off x="1221" y="14675"/>
              <a:ext cx="2329" cy="1165"/>
            </a:xfrm>
            <a:custGeom>
              <a:avLst/>
              <a:gdLst>
                <a:gd name="T0" fmla="+- 0 3550 1221"/>
                <a:gd name="T1" fmla="*/ T0 w 2329"/>
                <a:gd name="T2" fmla="+- 0 15840 14676"/>
                <a:gd name="T3" fmla="*/ 15840 h 1165"/>
                <a:gd name="T4" fmla="+- 0 2386 1221"/>
                <a:gd name="T5" fmla="*/ T4 w 2329"/>
                <a:gd name="T6" fmla="+- 0 14676 14676"/>
                <a:gd name="T7" fmla="*/ 14676 h 1165"/>
                <a:gd name="T8" fmla="+- 0 1221 1221"/>
                <a:gd name="T9" fmla="*/ T8 w 2329"/>
                <a:gd name="T10" fmla="+- 0 15840 14676"/>
                <a:gd name="T11" fmla="*/ 15840 h 1165"/>
                <a:gd name="T12" fmla="+- 0 3550 1221"/>
                <a:gd name="T13" fmla="*/ T12 w 2329"/>
                <a:gd name="T14" fmla="+- 0 15840 14676"/>
                <a:gd name="T15" fmla="*/ 15840 h 1165"/>
              </a:gdLst>
              <a:ahLst/>
              <a:cxnLst>
                <a:cxn ang="0">
                  <a:pos x="T1" y="T3"/>
                </a:cxn>
                <a:cxn ang="0">
                  <a:pos x="T5" y="T7"/>
                </a:cxn>
                <a:cxn ang="0">
                  <a:pos x="T9" y="T11"/>
                </a:cxn>
                <a:cxn ang="0">
                  <a:pos x="T13" y="T15"/>
                </a:cxn>
              </a:cxnLst>
              <a:rect l="0" t="0" r="r" b="b"/>
              <a:pathLst>
                <a:path w="2329" h="1165">
                  <a:moveTo>
                    <a:pt x="2329" y="1164"/>
                  </a:moveTo>
                  <a:lnTo>
                    <a:pt x="1165" y="0"/>
                  </a:lnTo>
                  <a:lnTo>
                    <a:pt x="0" y="1164"/>
                  </a:lnTo>
                  <a:lnTo>
                    <a:pt x="2329" y="1164"/>
                  </a:lnTo>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grpSp>
      <p:sp>
        <p:nvSpPr>
          <p:cNvPr id="16" name="Title 1">
            <a:extLst>
              <a:ext uri="{FF2B5EF4-FFF2-40B4-BE49-F238E27FC236}">
                <a16:creationId xmlns:a16="http://schemas.microsoft.com/office/drawing/2014/main" id="{109B023A-F28F-184D-BA48-3F1C0502AE0A}"/>
              </a:ext>
            </a:extLst>
          </p:cNvPr>
          <p:cNvSpPr>
            <a:spLocks noGrp="1"/>
          </p:cNvSpPr>
          <p:nvPr>
            <p:ph type="title" hasCustomPrompt="1"/>
          </p:nvPr>
        </p:nvSpPr>
        <p:spPr>
          <a:xfrm>
            <a:off x="594360" y="198408"/>
            <a:ext cx="10972800" cy="1574317"/>
          </a:xfrm>
          <a:prstGeom prst="rect">
            <a:avLst/>
          </a:prstGeom>
        </p:spPr>
        <p:txBody>
          <a:bodyPr lIns="0" tIns="0" rIns="0" bIns="0" anchor="b" anchorCtr="0">
            <a:noAutofit/>
          </a:bodyPr>
          <a:lstStyle>
            <a:lvl1pPr>
              <a:defRPr sz="4400" b="1" i="0">
                <a:solidFill>
                  <a:schemeClr val="bg1"/>
                </a:solidFill>
                <a:latin typeface="+mj-lt"/>
              </a:defRPr>
            </a:lvl1pPr>
          </a:lstStyle>
          <a:p>
            <a:r>
              <a:rPr lang="en-US" dirty="0"/>
              <a:t>Click to add title </a:t>
            </a:r>
          </a:p>
        </p:txBody>
      </p:sp>
      <p:cxnSp>
        <p:nvCxnSpPr>
          <p:cNvPr id="4" name="Straight Connector 3">
            <a:extLst>
              <a:ext uri="{FF2B5EF4-FFF2-40B4-BE49-F238E27FC236}">
                <a16:creationId xmlns:a16="http://schemas.microsoft.com/office/drawing/2014/main" id="{E66081BA-9135-73B1-DCE5-77FD12431F13}"/>
              </a:ext>
              <a:ext uri="{C183D7F6-B498-43B3-948B-1728B52AA6E4}">
                <adec:decorative xmlns:adec="http://schemas.microsoft.com/office/drawing/2017/decorative" val="1"/>
              </a:ext>
            </a:extLst>
          </p:cNvPr>
          <p:cNvCxnSpPr>
            <a:cxnSpLocks/>
          </p:cNvCxnSpPr>
          <p:nvPr userDrawn="1"/>
        </p:nvCxnSpPr>
        <p:spPr>
          <a:xfrm>
            <a:off x="594360" y="2148840"/>
            <a:ext cx="2133600" cy="3992"/>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sp>
        <p:nvSpPr>
          <p:cNvPr id="6" name="Content Placeholder 5">
            <a:extLst>
              <a:ext uri="{FF2B5EF4-FFF2-40B4-BE49-F238E27FC236}">
                <a16:creationId xmlns:a16="http://schemas.microsoft.com/office/drawing/2014/main" id="{5BCAAA28-C292-C527-AD35-90836B8BB978}"/>
              </a:ext>
            </a:extLst>
          </p:cNvPr>
          <p:cNvSpPr>
            <a:spLocks noGrp="1"/>
          </p:cNvSpPr>
          <p:nvPr>
            <p:ph sz="quarter" idx="13" hasCustomPrompt="1"/>
          </p:nvPr>
        </p:nvSpPr>
        <p:spPr>
          <a:xfrm>
            <a:off x="595523" y="2676525"/>
            <a:ext cx="5746750" cy="3597470"/>
          </a:xfrm>
        </p:spPr>
        <p:txBody>
          <a:bodyPr lIns="0">
            <a:normAutofit/>
          </a:bodyPr>
          <a:lstStyle>
            <a:lvl1pPr marL="0" indent="0">
              <a:spcBef>
                <a:spcPts val="1800"/>
              </a:spcBef>
              <a:buNone/>
              <a:defRPr sz="2000"/>
            </a:lvl1pPr>
            <a:lvl2pPr>
              <a:spcBef>
                <a:spcPts val="600"/>
              </a:spcBef>
              <a:defRPr sz="2000"/>
            </a:lvl2pPr>
            <a:lvl3pPr>
              <a:spcBef>
                <a:spcPts val="1800"/>
              </a:spcBef>
              <a:defRPr sz="2000"/>
            </a:lvl3pPr>
            <a:lvl4pPr>
              <a:spcBef>
                <a:spcPts val="1800"/>
              </a:spcBef>
              <a:defRPr sz="2000"/>
            </a:lvl4pPr>
            <a:lvl5pPr>
              <a:spcBef>
                <a:spcPts val="1800"/>
              </a:spcBef>
              <a:defRPr sz="20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Content Placeholder 5">
            <a:extLst>
              <a:ext uri="{FF2B5EF4-FFF2-40B4-BE49-F238E27FC236}">
                <a16:creationId xmlns:a16="http://schemas.microsoft.com/office/drawing/2014/main" id="{8007FA9C-C4D5-89EC-C457-5F329A338E1E}"/>
              </a:ext>
            </a:extLst>
          </p:cNvPr>
          <p:cNvSpPr>
            <a:spLocks noGrp="1"/>
          </p:cNvSpPr>
          <p:nvPr>
            <p:ph sz="quarter" idx="14" hasCustomPrompt="1"/>
          </p:nvPr>
        </p:nvSpPr>
        <p:spPr>
          <a:xfrm>
            <a:off x="7620000" y="2676525"/>
            <a:ext cx="3947160" cy="3597470"/>
          </a:xfrm>
        </p:spPr>
        <p:txBody>
          <a:bodyPr lIns="0">
            <a:normAutofit/>
          </a:bodyPr>
          <a:lstStyle>
            <a:lvl1pPr marL="342900" indent="-342900">
              <a:spcBef>
                <a:spcPts val="1800"/>
              </a:spcBef>
              <a:buFont typeface="Arial" panose="020B0604020202020204" pitchFamily="34" charset="0"/>
              <a:buChar char="•"/>
              <a:defRPr sz="2000"/>
            </a:lvl1pPr>
            <a:lvl2pPr>
              <a:spcBef>
                <a:spcPts val="1800"/>
              </a:spcBef>
              <a:defRPr sz="2000"/>
            </a:lvl2pPr>
            <a:lvl3pPr>
              <a:spcBef>
                <a:spcPts val="1800"/>
              </a:spcBef>
              <a:defRPr sz="2000"/>
            </a:lvl3pPr>
            <a:lvl4pPr>
              <a:spcBef>
                <a:spcPts val="1800"/>
              </a:spcBef>
              <a:defRPr sz="2000"/>
            </a:lvl4pPr>
            <a:lvl5pPr>
              <a:spcBef>
                <a:spcPts val="1800"/>
              </a:spcBef>
              <a:defRPr sz="20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Date Placeholder 7">
            <a:extLst>
              <a:ext uri="{FF2B5EF4-FFF2-40B4-BE49-F238E27FC236}">
                <a16:creationId xmlns:a16="http://schemas.microsoft.com/office/drawing/2014/main" id="{C5EA2E64-5690-A56B-7051-476EC7BADA55}"/>
              </a:ext>
            </a:extLst>
          </p:cNvPr>
          <p:cNvSpPr>
            <a:spLocks noGrp="1"/>
          </p:cNvSpPr>
          <p:nvPr>
            <p:ph type="dt" sz="half" idx="11"/>
          </p:nvPr>
        </p:nvSpPr>
        <p:spPr/>
        <p:txBody>
          <a:bodyPr/>
          <a:lstStyle/>
          <a:p>
            <a:endParaRPr lang="en-US" dirty="0">
              <a:latin typeface="+mn-lt"/>
            </a:endParaRPr>
          </a:p>
        </p:txBody>
      </p:sp>
      <p:sp>
        <p:nvSpPr>
          <p:cNvPr id="10" name="Slide Number Placeholder 9">
            <a:extLst>
              <a:ext uri="{FF2B5EF4-FFF2-40B4-BE49-F238E27FC236}">
                <a16:creationId xmlns:a16="http://schemas.microsoft.com/office/drawing/2014/main" id="{05D79B4B-A9BD-581F-536E-DE7CF728F84E}"/>
              </a:ext>
            </a:extLst>
          </p:cNvPr>
          <p:cNvSpPr>
            <a:spLocks noGrp="1"/>
          </p:cNvSpPr>
          <p:nvPr>
            <p:ph type="sldNum" sz="quarter" idx="12"/>
          </p:nvPr>
        </p:nvSpPr>
        <p:spPr/>
        <p:txBody>
          <a:bodyPr/>
          <a:lstStyle/>
          <a:p>
            <a:fld id="{294A09A9-5501-47C1-A89A-A340965A2BE2}" type="slidenum">
              <a:rPr lang="en-US" smtClean="0"/>
              <a:pPr/>
              <a:t>‹#›</a:t>
            </a:fld>
            <a:endParaRPr lang="en-US" dirty="0">
              <a:latin typeface="+mn-lt"/>
            </a:endParaRPr>
          </a:p>
        </p:txBody>
      </p:sp>
    </p:spTree>
    <p:extLst>
      <p:ext uri="{BB962C8B-B14F-4D97-AF65-F5344CB8AC3E}">
        <p14:creationId xmlns:p14="http://schemas.microsoft.com/office/powerpoint/2010/main" val="649744719"/>
      </p:ext>
    </p:extLst>
  </p:cSld>
  <p:clrMapOvr>
    <a:masterClrMapping/>
  </p:clrMapOvr>
  <p:extLst>
    <p:ext uri="{DCECCB84-F9BA-43D5-87BE-67443E8EF086}">
      <p15:sldGuideLst xmlns:p15="http://schemas.microsoft.com/office/powerpoint/2012/main">
        <p15:guide id="1" pos="600">
          <p15:clr>
            <a:srgbClr val="FBAE40"/>
          </p15:clr>
        </p15:guide>
        <p15:guide id="2" pos="7080">
          <p15:clr>
            <a:srgbClr val="FBAE40"/>
          </p15:clr>
        </p15:guide>
        <p15:guide id="3" pos="2880">
          <p15:clr>
            <a:srgbClr val="FBAE40"/>
          </p15:clr>
        </p15:guide>
        <p15:guide id="4" pos="5160">
          <p15:clr>
            <a:srgbClr val="FBAE40"/>
          </p15:clr>
        </p15:guide>
        <p15:guide id="5" pos="2520">
          <p15:clr>
            <a:srgbClr val="FBAE40"/>
          </p15:clr>
        </p15:guide>
        <p15:guide id="6" pos="4800">
          <p15:clr>
            <a:srgbClr val="FBAE40"/>
          </p15:clr>
        </p15:guide>
        <p15:guide id="7" orient="horz" pos="1224">
          <p15:clr>
            <a:srgbClr val="FBAE40"/>
          </p15:clr>
        </p15:guide>
        <p15:guide id="8" orient="horz" pos="1392">
          <p15:clr>
            <a:srgbClr val="FBAE40"/>
          </p15:clr>
        </p15:guide>
        <p15:guide id="10" orient="horz" pos="552">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able 2">
    <p:bg>
      <p:bgPr>
        <a:solidFill>
          <a:schemeClr val="tx1"/>
        </a:solidFill>
        <a:effectLst/>
      </p:bgPr>
    </p:bg>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109B023A-F28F-184D-BA48-3F1C0502AE0A}"/>
              </a:ext>
            </a:extLst>
          </p:cNvPr>
          <p:cNvSpPr>
            <a:spLocks noGrp="1"/>
          </p:cNvSpPr>
          <p:nvPr>
            <p:ph type="title" hasCustomPrompt="1"/>
          </p:nvPr>
        </p:nvSpPr>
        <p:spPr>
          <a:xfrm>
            <a:off x="594360" y="202400"/>
            <a:ext cx="10972800" cy="1570325"/>
          </a:xfrm>
          <a:prstGeom prst="rect">
            <a:avLst/>
          </a:prstGeom>
        </p:spPr>
        <p:txBody>
          <a:bodyPr lIns="0" tIns="0" rIns="0" bIns="0" anchor="b" anchorCtr="0">
            <a:noAutofit/>
          </a:bodyPr>
          <a:lstStyle>
            <a:lvl1pPr>
              <a:defRPr sz="4400" b="1" i="0">
                <a:solidFill>
                  <a:schemeClr val="bg1"/>
                </a:solidFill>
                <a:latin typeface="+mj-lt"/>
              </a:defRPr>
            </a:lvl1pPr>
          </a:lstStyle>
          <a:p>
            <a:r>
              <a:rPr lang="en-US" dirty="0"/>
              <a:t>Click to add title </a:t>
            </a:r>
          </a:p>
        </p:txBody>
      </p:sp>
      <p:sp>
        <p:nvSpPr>
          <p:cNvPr id="9" name="Table Placeholder 2">
            <a:extLst>
              <a:ext uri="{FF2B5EF4-FFF2-40B4-BE49-F238E27FC236}">
                <a16:creationId xmlns:a16="http://schemas.microsoft.com/office/drawing/2014/main" id="{1506B022-475A-6647-98FF-D5C319A0C7C4}"/>
              </a:ext>
            </a:extLst>
          </p:cNvPr>
          <p:cNvSpPr>
            <a:spLocks noGrp="1"/>
          </p:cNvSpPr>
          <p:nvPr>
            <p:ph type="tbl" sz="quarter" idx="10"/>
          </p:nvPr>
        </p:nvSpPr>
        <p:spPr>
          <a:xfrm>
            <a:off x="594360" y="2628629"/>
            <a:ext cx="10972800" cy="3636740"/>
          </a:xfrm>
        </p:spPr>
        <p:txBody>
          <a:bodyPr>
            <a:noAutofit/>
          </a:bodyPr>
          <a:lstStyle>
            <a:lvl1pPr>
              <a:defRPr/>
            </a:lvl1pPr>
          </a:lstStyle>
          <a:p>
            <a:r>
              <a:rPr lang="en-US"/>
              <a:t>Click icon to add table</a:t>
            </a:r>
            <a:endParaRPr lang="en-US" dirty="0"/>
          </a:p>
        </p:txBody>
      </p:sp>
      <p:sp>
        <p:nvSpPr>
          <p:cNvPr id="10" name="Slide Number Placeholder 9">
            <a:extLst>
              <a:ext uri="{FF2B5EF4-FFF2-40B4-BE49-F238E27FC236}">
                <a16:creationId xmlns:a16="http://schemas.microsoft.com/office/drawing/2014/main" id="{05D79B4B-A9BD-581F-536E-DE7CF728F84E}"/>
              </a:ext>
            </a:extLst>
          </p:cNvPr>
          <p:cNvSpPr>
            <a:spLocks noGrp="1"/>
          </p:cNvSpPr>
          <p:nvPr>
            <p:ph type="sldNum" sz="quarter" idx="12"/>
          </p:nvPr>
        </p:nvSpPr>
        <p:spPr/>
        <p:txBody>
          <a:bodyPr/>
          <a:lstStyle/>
          <a:p>
            <a:fld id="{294A09A9-5501-47C1-A89A-A340965A2BE2}" type="slidenum">
              <a:rPr lang="en-US" smtClean="0"/>
              <a:pPr/>
              <a:t>‹#›</a:t>
            </a:fld>
            <a:endParaRPr lang="en-US" dirty="0">
              <a:latin typeface="+mn-lt"/>
            </a:endParaRPr>
          </a:p>
        </p:txBody>
      </p:sp>
      <p:sp>
        <p:nvSpPr>
          <p:cNvPr id="8" name="Date Placeholder 7">
            <a:extLst>
              <a:ext uri="{FF2B5EF4-FFF2-40B4-BE49-F238E27FC236}">
                <a16:creationId xmlns:a16="http://schemas.microsoft.com/office/drawing/2014/main" id="{C5EA2E64-5690-A56B-7051-476EC7BADA55}"/>
              </a:ext>
            </a:extLst>
          </p:cNvPr>
          <p:cNvSpPr>
            <a:spLocks noGrp="1"/>
          </p:cNvSpPr>
          <p:nvPr>
            <p:ph type="dt" sz="half" idx="11"/>
          </p:nvPr>
        </p:nvSpPr>
        <p:spPr/>
        <p:txBody>
          <a:bodyPr/>
          <a:lstStyle/>
          <a:p>
            <a:endParaRPr lang="en-US" dirty="0">
              <a:latin typeface="+mn-lt"/>
            </a:endParaRPr>
          </a:p>
        </p:txBody>
      </p:sp>
      <p:cxnSp>
        <p:nvCxnSpPr>
          <p:cNvPr id="4" name="Straight Connector 3">
            <a:extLst>
              <a:ext uri="{FF2B5EF4-FFF2-40B4-BE49-F238E27FC236}">
                <a16:creationId xmlns:a16="http://schemas.microsoft.com/office/drawing/2014/main" id="{E66081BA-9135-73B1-DCE5-77FD12431F13}"/>
              </a:ext>
              <a:ext uri="{C183D7F6-B498-43B3-948B-1728B52AA6E4}">
                <adec:decorative xmlns:adec="http://schemas.microsoft.com/office/drawing/2017/decorative" val="1"/>
              </a:ext>
            </a:extLst>
          </p:cNvPr>
          <p:cNvCxnSpPr>
            <a:cxnSpLocks/>
          </p:cNvCxnSpPr>
          <p:nvPr userDrawn="1"/>
        </p:nvCxnSpPr>
        <p:spPr>
          <a:xfrm>
            <a:off x="594360" y="2148840"/>
            <a:ext cx="2133600" cy="3992"/>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10410957"/>
      </p:ext>
    </p:extLst>
  </p:cSld>
  <p:clrMapOvr>
    <a:masterClrMapping/>
  </p:clrMapOvr>
  <p:extLst>
    <p:ext uri="{DCECCB84-F9BA-43D5-87BE-67443E8EF086}">
      <p15:sldGuideLst xmlns:p15="http://schemas.microsoft.com/office/powerpoint/2012/main">
        <p15:guide id="1" pos="600">
          <p15:clr>
            <a:srgbClr val="FBAE40"/>
          </p15:clr>
        </p15:guide>
        <p15:guide id="2" pos="7080">
          <p15:clr>
            <a:srgbClr val="FBAE40"/>
          </p15:clr>
        </p15:guide>
        <p15:guide id="3" pos="2880">
          <p15:clr>
            <a:srgbClr val="FBAE40"/>
          </p15:clr>
        </p15:guide>
        <p15:guide id="4" pos="5160">
          <p15:clr>
            <a:srgbClr val="FBAE40"/>
          </p15:clr>
        </p15:guide>
        <p15:guide id="5" pos="2520">
          <p15:clr>
            <a:srgbClr val="FBAE40"/>
          </p15:clr>
        </p15:guide>
        <p15:guide id="6" pos="4800">
          <p15:clr>
            <a:srgbClr val="FBAE40"/>
          </p15:clr>
        </p15:guide>
        <p15:guide id="7" orient="horz" pos="1224">
          <p15:clr>
            <a:srgbClr val="FBAE40"/>
          </p15:clr>
        </p15:guide>
        <p15:guide id="8" orient="horz" pos="1392">
          <p15:clr>
            <a:srgbClr val="FBAE40"/>
          </p15:clr>
        </p15:guide>
        <p15:guide id="10" orient="horz" pos="552">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3">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B6987D-0137-DE42-B76B-FF621E808D90}"/>
              </a:ext>
            </a:extLst>
          </p:cNvPr>
          <p:cNvSpPr>
            <a:spLocks noGrp="1"/>
          </p:cNvSpPr>
          <p:nvPr>
            <p:ph type="ctrTitle" hasCustomPrompt="1"/>
          </p:nvPr>
        </p:nvSpPr>
        <p:spPr>
          <a:xfrm>
            <a:off x="594360" y="411479"/>
            <a:ext cx="5486400" cy="3291840"/>
          </a:xfrm>
          <a:prstGeom prst="rect">
            <a:avLst/>
          </a:prstGeom>
        </p:spPr>
        <p:txBody>
          <a:bodyPr lIns="0" tIns="0" rIns="0" bIns="0" anchor="b">
            <a:noAutofit/>
          </a:bodyPr>
          <a:lstStyle>
            <a:lvl1pPr algn="l">
              <a:lnSpc>
                <a:spcPct val="80000"/>
              </a:lnSpc>
              <a:defRPr sz="6000" b="1" i="0" spc="100" baseline="0">
                <a:solidFill>
                  <a:schemeClr val="bg1"/>
                </a:solidFill>
                <a:latin typeface="+mj-lt"/>
              </a:defRPr>
            </a:lvl1pPr>
          </a:lstStyle>
          <a:p>
            <a:r>
              <a:rPr lang="en-US" dirty="0"/>
              <a:t>Click to add title </a:t>
            </a:r>
          </a:p>
        </p:txBody>
      </p:sp>
      <p:grpSp>
        <p:nvGrpSpPr>
          <p:cNvPr id="9" name="Group 8">
            <a:extLst>
              <a:ext uri="{FF2B5EF4-FFF2-40B4-BE49-F238E27FC236}">
                <a16:creationId xmlns:a16="http://schemas.microsoft.com/office/drawing/2014/main" id="{C26C18C3-ED25-DD4B-BA72-24932D54DE37}"/>
              </a:ext>
              <a:ext uri="{C183D7F6-B498-43B3-948B-1728B52AA6E4}">
                <adec:decorative xmlns:adec="http://schemas.microsoft.com/office/drawing/2017/decorative" val="1"/>
              </a:ext>
            </a:extLst>
          </p:cNvPr>
          <p:cNvGrpSpPr>
            <a:grpSpLocks/>
          </p:cNvGrpSpPr>
          <p:nvPr userDrawn="1"/>
        </p:nvGrpSpPr>
        <p:grpSpPr bwMode="auto">
          <a:xfrm flipH="1" flipV="1">
            <a:off x="6092752" y="0"/>
            <a:ext cx="6099248" cy="6099248"/>
            <a:chOff x="0" y="12289"/>
            <a:chExt cx="3550" cy="3551"/>
          </a:xfrm>
        </p:grpSpPr>
        <p:sp>
          <p:nvSpPr>
            <p:cNvPr id="10" name="Freeform 9">
              <a:extLst>
                <a:ext uri="{FF2B5EF4-FFF2-40B4-BE49-F238E27FC236}">
                  <a16:creationId xmlns:a16="http://schemas.microsoft.com/office/drawing/2014/main" id="{C07CC263-2515-F147-8CC5-F8E9FF9FA8E4}"/>
                </a:ext>
              </a:extLst>
            </p:cNvPr>
            <p:cNvSpPr>
              <a:spLocks/>
            </p:cNvSpPr>
            <p:nvPr/>
          </p:nvSpPr>
          <p:spPr bwMode="auto">
            <a:xfrm>
              <a:off x="0" y="12289"/>
              <a:ext cx="1789" cy="2386"/>
            </a:xfrm>
            <a:custGeom>
              <a:avLst/>
              <a:gdLst>
                <a:gd name="T0" fmla="*/ 0 w 1789"/>
                <a:gd name="T1" fmla="+- 0 12290 12290"/>
                <a:gd name="T2" fmla="*/ 12290 h 2386"/>
                <a:gd name="T3" fmla="*/ 0 w 1789"/>
                <a:gd name="T4" fmla="+- 0 13484 12290"/>
                <a:gd name="T5" fmla="*/ 13484 h 2386"/>
                <a:gd name="T6" fmla="*/ 1192 w 1789"/>
                <a:gd name="T7" fmla="+- 0 14676 12290"/>
                <a:gd name="T8" fmla="*/ 14676 h 2386"/>
                <a:gd name="T9" fmla="*/ 1789 w 1789"/>
                <a:gd name="T10" fmla="+- 0 14079 12290"/>
                <a:gd name="T11" fmla="*/ 14079 h 2386"/>
                <a:gd name="T12" fmla="*/ 0 w 1789"/>
                <a:gd name="T13" fmla="+- 0 12290 12290"/>
                <a:gd name="T14" fmla="*/ 12290 h 2386"/>
              </a:gdLst>
              <a:ahLst/>
              <a:cxnLst>
                <a:cxn ang="0">
                  <a:pos x="T0" y="T2"/>
                </a:cxn>
                <a:cxn ang="0">
                  <a:pos x="T3" y="T5"/>
                </a:cxn>
                <a:cxn ang="0">
                  <a:pos x="T6" y="T8"/>
                </a:cxn>
                <a:cxn ang="0">
                  <a:pos x="T9" y="T11"/>
                </a:cxn>
                <a:cxn ang="0">
                  <a:pos x="T12" y="T14"/>
                </a:cxn>
              </a:cxnLst>
              <a:rect l="0" t="0" r="r" b="b"/>
              <a:pathLst>
                <a:path w="1789" h="2386">
                  <a:moveTo>
                    <a:pt x="0" y="0"/>
                  </a:moveTo>
                  <a:lnTo>
                    <a:pt x="0" y="1194"/>
                  </a:lnTo>
                  <a:lnTo>
                    <a:pt x="1192" y="2386"/>
                  </a:lnTo>
                  <a:lnTo>
                    <a:pt x="1789" y="1789"/>
                  </a:lnTo>
                  <a:lnTo>
                    <a:pt x="0" y="0"/>
                  </a:lnTo>
                  <a:close/>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1" name="Freeform 10">
              <a:extLst>
                <a:ext uri="{FF2B5EF4-FFF2-40B4-BE49-F238E27FC236}">
                  <a16:creationId xmlns:a16="http://schemas.microsoft.com/office/drawing/2014/main" id="{43B40037-7481-524B-8685-404D965690F2}"/>
                </a:ext>
              </a:extLst>
            </p:cNvPr>
            <p:cNvSpPr>
              <a:spLocks/>
            </p:cNvSpPr>
            <p:nvPr/>
          </p:nvSpPr>
          <p:spPr bwMode="auto">
            <a:xfrm>
              <a:off x="0" y="14678"/>
              <a:ext cx="1162" cy="1162"/>
            </a:xfrm>
            <a:custGeom>
              <a:avLst/>
              <a:gdLst>
                <a:gd name="T0" fmla="*/ 0 w 1162"/>
                <a:gd name="T1" fmla="+- 0 14679 14679"/>
                <a:gd name="T2" fmla="*/ 14679 h 1162"/>
                <a:gd name="T3" fmla="*/ 0 w 1162"/>
                <a:gd name="T4" fmla="+- 0 15840 14679"/>
                <a:gd name="T5" fmla="*/ 15840 h 1162"/>
                <a:gd name="T6" fmla="*/ 1161 w 1162"/>
                <a:gd name="T7" fmla="+- 0 15840 14679"/>
                <a:gd name="T8" fmla="*/ 15840 h 1162"/>
                <a:gd name="T9" fmla="*/ 0 w 1162"/>
                <a:gd name="T10" fmla="+- 0 14679 14679"/>
                <a:gd name="T11" fmla="*/ 14679 h 1162"/>
              </a:gdLst>
              <a:ahLst/>
              <a:cxnLst>
                <a:cxn ang="0">
                  <a:pos x="T0" y="T2"/>
                </a:cxn>
                <a:cxn ang="0">
                  <a:pos x="T3" y="T5"/>
                </a:cxn>
                <a:cxn ang="0">
                  <a:pos x="T6" y="T8"/>
                </a:cxn>
                <a:cxn ang="0">
                  <a:pos x="T9" y="T11"/>
                </a:cxn>
              </a:cxnLst>
              <a:rect l="0" t="0" r="r" b="b"/>
              <a:pathLst>
                <a:path w="1162" h="1162">
                  <a:moveTo>
                    <a:pt x="0" y="0"/>
                  </a:moveTo>
                  <a:lnTo>
                    <a:pt x="0" y="1161"/>
                  </a:lnTo>
                  <a:lnTo>
                    <a:pt x="1161" y="1161"/>
                  </a:lnTo>
                  <a:lnTo>
                    <a:pt x="0"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12" name="Freeform 11">
              <a:extLst>
                <a:ext uri="{FF2B5EF4-FFF2-40B4-BE49-F238E27FC236}">
                  <a16:creationId xmlns:a16="http://schemas.microsoft.com/office/drawing/2014/main" id="{7B759713-8408-EE47-9394-3DA6F5E4B624}"/>
                </a:ext>
              </a:extLst>
            </p:cNvPr>
            <p:cNvSpPr>
              <a:spLocks/>
            </p:cNvSpPr>
            <p:nvPr/>
          </p:nvSpPr>
          <p:spPr bwMode="auto">
            <a:xfrm>
              <a:off x="1221" y="14675"/>
              <a:ext cx="2329" cy="1165"/>
            </a:xfrm>
            <a:custGeom>
              <a:avLst/>
              <a:gdLst>
                <a:gd name="T0" fmla="+- 0 3550 1221"/>
                <a:gd name="T1" fmla="*/ T0 w 2329"/>
                <a:gd name="T2" fmla="+- 0 15840 14676"/>
                <a:gd name="T3" fmla="*/ 15840 h 1165"/>
                <a:gd name="T4" fmla="+- 0 2386 1221"/>
                <a:gd name="T5" fmla="*/ T4 w 2329"/>
                <a:gd name="T6" fmla="+- 0 14676 14676"/>
                <a:gd name="T7" fmla="*/ 14676 h 1165"/>
                <a:gd name="T8" fmla="+- 0 1221 1221"/>
                <a:gd name="T9" fmla="*/ T8 w 2329"/>
                <a:gd name="T10" fmla="+- 0 15840 14676"/>
                <a:gd name="T11" fmla="*/ 15840 h 1165"/>
                <a:gd name="T12" fmla="+- 0 3550 1221"/>
                <a:gd name="T13" fmla="*/ T12 w 2329"/>
                <a:gd name="T14" fmla="+- 0 15840 14676"/>
                <a:gd name="T15" fmla="*/ 15840 h 1165"/>
              </a:gdLst>
              <a:ahLst/>
              <a:cxnLst>
                <a:cxn ang="0">
                  <a:pos x="T1" y="T3"/>
                </a:cxn>
                <a:cxn ang="0">
                  <a:pos x="T5" y="T7"/>
                </a:cxn>
                <a:cxn ang="0">
                  <a:pos x="T9" y="T11"/>
                </a:cxn>
                <a:cxn ang="0">
                  <a:pos x="T13" y="T15"/>
                </a:cxn>
              </a:cxnLst>
              <a:rect l="0" t="0" r="r" b="b"/>
              <a:pathLst>
                <a:path w="2329" h="1165">
                  <a:moveTo>
                    <a:pt x="2329" y="1164"/>
                  </a:moveTo>
                  <a:lnTo>
                    <a:pt x="1165" y="0"/>
                  </a:lnTo>
                  <a:lnTo>
                    <a:pt x="0" y="1164"/>
                  </a:lnTo>
                  <a:lnTo>
                    <a:pt x="2329" y="1164"/>
                  </a:lnTo>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grpSp>
      <p:sp>
        <p:nvSpPr>
          <p:cNvPr id="18" name="Text Placeholder 29">
            <a:extLst>
              <a:ext uri="{FF2B5EF4-FFF2-40B4-BE49-F238E27FC236}">
                <a16:creationId xmlns:a16="http://schemas.microsoft.com/office/drawing/2014/main" id="{276A9CD7-E675-3048-86D3-3546A2F6B456}"/>
              </a:ext>
            </a:extLst>
          </p:cNvPr>
          <p:cNvSpPr>
            <a:spLocks noGrp="1"/>
          </p:cNvSpPr>
          <p:nvPr>
            <p:ph type="body" sz="quarter" idx="11" hasCustomPrompt="1"/>
          </p:nvPr>
        </p:nvSpPr>
        <p:spPr>
          <a:xfrm>
            <a:off x="594360" y="4549552"/>
            <a:ext cx="5486400" cy="1645920"/>
          </a:xfrm>
        </p:spPr>
        <p:txBody>
          <a:bodyPr lIns="0" tIns="0" rIns="0" bIns="0">
            <a:noAutofit/>
          </a:bodyPr>
          <a:lstStyle>
            <a:lvl1pPr marL="0" indent="0">
              <a:buNone/>
              <a:defRPr sz="2400" b="1" i="0">
                <a:solidFill>
                  <a:schemeClr val="tx2">
                    <a:lumMod val="75000"/>
                  </a:schemeClr>
                </a:solidFill>
                <a:latin typeface="+mn-lt"/>
              </a:defRPr>
            </a:lvl1pPr>
            <a:lvl2pPr>
              <a:defRPr sz="4000"/>
            </a:lvl2pPr>
            <a:lvl3pPr>
              <a:defRPr sz="4000"/>
            </a:lvl3pPr>
            <a:lvl4pPr>
              <a:defRPr sz="4000"/>
            </a:lvl4pPr>
            <a:lvl5pPr>
              <a:defRPr sz="4000"/>
            </a:lvl5pPr>
          </a:lstStyle>
          <a:p>
            <a:pPr lvl="0"/>
            <a:r>
              <a:rPr lang="en-US" dirty="0"/>
              <a:t>Click to add text</a:t>
            </a:r>
          </a:p>
        </p:txBody>
      </p:sp>
      <p:cxnSp>
        <p:nvCxnSpPr>
          <p:cNvPr id="4" name="Straight Connector 3">
            <a:extLst>
              <a:ext uri="{FF2B5EF4-FFF2-40B4-BE49-F238E27FC236}">
                <a16:creationId xmlns:a16="http://schemas.microsoft.com/office/drawing/2014/main" id="{58B149C6-5AAC-B8E5-5411-EA38821F6754}"/>
              </a:ext>
              <a:ext uri="{C183D7F6-B498-43B3-948B-1728B52AA6E4}">
                <adec:decorative xmlns:adec="http://schemas.microsoft.com/office/drawing/2017/decorative" val="1"/>
              </a:ext>
            </a:extLst>
          </p:cNvPr>
          <p:cNvCxnSpPr>
            <a:cxnSpLocks/>
          </p:cNvCxnSpPr>
          <p:nvPr userDrawn="1"/>
        </p:nvCxnSpPr>
        <p:spPr>
          <a:xfrm>
            <a:off x="594360" y="3950208"/>
            <a:ext cx="2133600" cy="3992"/>
          </a:xfrm>
          <a:prstGeom prst="line">
            <a:avLst/>
          </a:prstGeom>
          <a:ln w="101600">
            <a:solidFill>
              <a:schemeClr val="tx2">
                <a:lumMod val="75000"/>
              </a:schemeClr>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6692738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 /><Relationship Id="rId13" Type="http://schemas.openxmlformats.org/officeDocument/2006/relationships/slideLayout" Target="../slideLayouts/slideLayout13.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 Id="rId14" Type="http://schemas.openxmlformats.org/officeDocument/2006/relationships/theme" Target="../theme/theme1.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EED84C6-50E6-6C43-8031-AFF6268E0C06}"/>
              </a:ext>
            </a:extLst>
          </p:cNvPr>
          <p:cNvSpPr>
            <a:spLocks noGrp="1"/>
          </p:cNvSpPr>
          <p:nvPr>
            <p:ph type="body" idx="1"/>
          </p:nvPr>
        </p:nvSpPr>
        <p:spPr>
          <a:xfrm>
            <a:off x="594360" y="1825625"/>
            <a:ext cx="1038225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itle Placeholder 11">
            <a:extLst>
              <a:ext uri="{FF2B5EF4-FFF2-40B4-BE49-F238E27FC236}">
                <a16:creationId xmlns:a16="http://schemas.microsoft.com/office/drawing/2014/main" id="{D41FC0AE-253D-D242-9C88-017078F8A23A}"/>
              </a:ext>
            </a:extLst>
          </p:cNvPr>
          <p:cNvSpPr>
            <a:spLocks noGrp="1"/>
          </p:cNvSpPr>
          <p:nvPr>
            <p:ph type="title"/>
          </p:nvPr>
        </p:nvSpPr>
        <p:spPr>
          <a:xfrm>
            <a:off x="594360" y="365125"/>
            <a:ext cx="104013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0" name="Date Placeholder 3">
            <a:extLst>
              <a:ext uri="{FF2B5EF4-FFF2-40B4-BE49-F238E27FC236}">
                <a16:creationId xmlns:a16="http://schemas.microsoft.com/office/drawing/2014/main" id="{EF47083A-6D76-4B4D-87CA-E08E212F781D}"/>
              </a:ext>
            </a:extLst>
          </p:cNvPr>
          <p:cNvSpPr>
            <a:spLocks noGrp="1"/>
          </p:cNvSpPr>
          <p:nvPr>
            <p:ph type="dt" sz="half" idx="2"/>
          </p:nvPr>
        </p:nvSpPr>
        <p:spPr>
          <a:xfrm>
            <a:off x="1133648" y="6332220"/>
            <a:ext cx="1313180" cy="247651"/>
          </a:xfrm>
          <a:prstGeom prst="rect">
            <a:avLst/>
          </a:prstGeom>
        </p:spPr>
        <p:txBody>
          <a:bodyPr vert="horz" lIns="0" tIns="0" rIns="0" bIns="0" rtlCol="0" anchor="t" anchorCtr="0"/>
          <a:lstStyle>
            <a:lvl1pPr algn="l">
              <a:defRPr sz="1100" b="0" i="0">
                <a:solidFill>
                  <a:schemeClr val="bg1"/>
                </a:solidFill>
                <a:latin typeface="+mn-lt"/>
              </a:defRPr>
            </a:lvl1pPr>
          </a:lstStyle>
          <a:p>
            <a:endParaRPr lang="en-US" dirty="0">
              <a:latin typeface="+mn-lt"/>
            </a:endParaRPr>
          </a:p>
        </p:txBody>
      </p:sp>
      <p:sp>
        <p:nvSpPr>
          <p:cNvPr id="32" name="Slide Number Placeholder 5">
            <a:extLst>
              <a:ext uri="{FF2B5EF4-FFF2-40B4-BE49-F238E27FC236}">
                <a16:creationId xmlns:a16="http://schemas.microsoft.com/office/drawing/2014/main" id="{C8ADA0DF-3751-9A48-8A21-59F01C782D7C}"/>
              </a:ext>
            </a:extLst>
          </p:cNvPr>
          <p:cNvSpPr>
            <a:spLocks noGrp="1"/>
          </p:cNvSpPr>
          <p:nvPr>
            <p:ph type="sldNum" sz="quarter" idx="4"/>
          </p:nvPr>
        </p:nvSpPr>
        <p:spPr>
          <a:xfrm>
            <a:off x="594360" y="6332220"/>
            <a:ext cx="523240" cy="247651"/>
          </a:xfrm>
          <a:prstGeom prst="rect">
            <a:avLst/>
          </a:prstGeom>
        </p:spPr>
        <p:txBody>
          <a:bodyPr vert="horz" lIns="0" tIns="0" rIns="0" bIns="0" rtlCol="0" anchor="t" anchorCtr="0"/>
          <a:lstStyle>
            <a:lvl1pPr algn="l">
              <a:defRPr sz="1100" b="1" i="0">
                <a:solidFill>
                  <a:schemeClr val="bg1"/>
                </a:solidFill>
                <a:latin typeface="+mn-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3515892240"/>
      </p:ext>
    </p:extLst>
  </p:cSld>
  <p:clrMap bg1="dk1" tx1="lt1" bg2="dk2" tx2="lt2" accent1="accent1" accent2="accent2" accent3="accent3" accent4="accent4" accent5="accent5" accent6="accent6" hlink="hlink" folHlink="folHlink"/>
  <p:sldLayoutIdLst>
    <p:sldLayoutId id="2147483711" r:id="rId1"/>
    <p:sldLayoutId id="2147483698" r:id="rId2"/>
    <p:sldLayoutId id="2147483710" r:id="rId3"/>
    <p:sldLayoutId id="2147483700" r:id="rId4"/>
    <p:sldLayoutId id="2147483701" r:id="rId5"/>
    <p:sldLayoutId id="2147483659" r:id="rId6"/>
    <p:sldLayoutId id="2147483709" r:id="rId7"/>
    <p:sldLayoutId id="2147483708" r:id="rId8"/>
    <p:sldLayoutId id="2147483707" r:id="rId9"/>
    <p:sldLayoutId id="2147483706" r:id="rId10"/>
    <p:sldLayoutId id="2147483705" r:id="rId11"/>
    <p:sldLayoutId id="2147483704" r:id="rId12"/>
    <p:sldLayoutId id="2147483703" r:id="rId13"/>
  </p:sldLayoutIdLst>
  <p:hf sldNum="0" hdr="0" ftr="0" dt="0"/>
  <p:txStyles>
    <p:titleStyle>
      <a:lvl1pPr algn="l" defTabSz="914400" rtl="0" eaLnBrk="1" latinLnBrk="0" hangingPunct="1">
        <a:lnSpc>
          <a:spcPct val="80000"/>
        </a:lnSpc>
        <a:spcBef>
          <a:spcPct val="0"/>
        </a:spcBef>
        <a:buNone/>
        <a:defRPr sz="4400" b="1" i="0" kern="1200" spc="100" baseline="0">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28600" indent="-283464" algn="l" defTabSz="914400" rtl="0" eaLnBrk="1" latinLnBrk="0" hangingPunct="1">
        <a:lnSpc>
          <a:spcPct val="90000"/>
        </a:lnSpc>
        <a:spcBef>
          <a:spcPts val="1000"/>
        </a:spcBef>
        <a:buFont typeface="Arial" panose="020B0604020202020204" pitchFamily="34" charset="0"/>
        <a:buChar char="•"/>
        <a:defRPr sz="2800" b="0" i="0" kern="1200">
          <a:solidFill>
            <a:schemeClr val="bg1"/>
          </a:solidFill>
          <a:latin typeface="+mn-lt"/>
          <a:ea typeface="+mn-ea"/>
          <a:cs typeface="+mn-cs"/>
        </a:defRPr>
      </a:lvl1pPr>
      <a:lvl2pPr marL="685800" indent="-283464" algn="l" defTabSz="914400" rtl="0" eaLnBrk="1" latinLnBrk="0" hangingPunct="1">
        <a:lnSpc>
          <a:spcPct val="90000"/>
        </a:lnSpc>
        <a:spcBef>
          <a:spcPts val="500"/>
        </a:spcBef>
        <a:buFont typeface="Arial" panose="020B0604020202020204" pitchFamily="34" charset="0"/>
        <a:buChar char="•"/>
        <a:defRPr sz="2400" b="0" i="0" kern="1200">
          <a:solidFill>
            <a:schemeClr val="bg1"/>
          </a:solidFill>
          <a:latin typeface="+mn-lt"/>
          <a:ea typeface="+mn-ea"/>
          <a:cs typeface="+mn-cs"/>
        </a:defRPr>
      </a:lvl2pPr>
      <a:lvl3pPr marL="1143000" indent="-283464" algn="l" defTabSz="914400" rtl="0" eaLnBrk="1" latinLnBrk="0" hangingPunct="1">
        <a:lnSpc>
          <a:spcPct val="90000"/>
        </a:lnSpc>
        <a:spcBef>
          <a:spcPts val="500"/>
        </a:spcBef>
        <a:buFont typeface="Arial" panose="020B0604020202020204" pitchFamily="34" charset="0"/>
        <a:buChar char="•"/>
        <a:defRPr sz="2000" b="0" i="0" kern="1200">
          <a:solidFill>
            <a:schemeClr val="bg1"/>
          </a:solidFill>
          <a:latin typeface="+mn-lt"/>
          <a:ea typeface="+mn-ea"/>
          <a:cs typeface="+mn-cs"/>
        </a:defRPr>
      </a:lvl3pPr>
      <a:lvl4pPr marL="1600200" indent="-283464" algn="l" defTabSz="914400" rtl="0" eaLnBrk="1" latinLnBrk="0" hangingPunct="1">
        <a:lnSpc>
          <a:spcPct val="90000"/>
        </a:lnSpc>
        <a:spcBef>
          <a:spcPts val="500"/>
        </a:spcBef>
        <a:buFont typeface="Arial" panose="020B0604020202020204" pitchFamily="34" charset="0"/>
        <a:buChar char="•"/>
        <a:defRPr sz="1800" b="0" i="0" kern="1200">
          <a:solidFill>
            <a:schemeClr val="bg1"/>
          </a:solidFill>
          <a:latin typeface="+mn-lt"/>
          <a:ea typeface="+mn-ea"/>
          <a:cs typeface="+mn-cs"/>
        </a:defRPr>
      </a:lvl4pPr>
      <a:lvl5pPr marL="2057400" indent="-283464" algn="l" defTabSz="914400" rtl="0" eaLnBrk="1" latinLnBrk="0" hangingPunct="1">
        <a:lnSpc>
          <a:spcPct val="90000"/>
        </a:lnSpc>
        <a:spcBef>
          <a:spcPts val="500"/>
        </a:spcBef>
        <a:buFont typeface="Arial" panose="020B0604020202020204" pitchFamily="34" charset="0"/>
        <a:buChar char="•"/>
        <a:defRPr sz="1800" b="0" i="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A4A3A4"/>
          </p15:clr>
        </p15:guide>
        <p15:guide id="2" pos="3840">
          <p15:clr>
            <a:srgbClr val="A4A3A4"/>
          </p15:clr>
        </p15:guide>
        <p15:guide id="3" pos="240">
          <p15:clr>
            <a:srgbClr val="547EBF"/>
          </p15:clr>
        </p15:guide>
        <p15:guide id="4" orient="horz" pos="240">
          <p15:clr>
            <a:srgbClr val="547EBF"/>
          </p15:clr>
        </p15:guide>
        <p15:guide id="5" pos="7440">
          <p15:clr>
            <a:srgbClr val="547EBF"/>
          </p15:clr>
        </p15:guide>
        <p15:guide id="6" orient="horz" pos="4080">
          <p15:clr>
            <a:srgbClr val="547EBF"/>
          </p15:clr>
        </p15:guide>
        <p15:guide id="7" pos="600" userDrawn="1">
          <p15:clr>
            <a:srgbClr val="547EBF"/>
          </p15:clr>
        </p15:guide>
        <p15:guide id="8" pos="3720">
          <p15:clr>
            <a:srgbClr val="547EBF"/>
          </p15:clr>
        </p15:guide>
        <p15:guide id="9" pos="2112">
          <p15:clr>
            <a:srgbClr val="547EBF"/>
          </p15:clr>
        </p15:guide>
        <p15:guide id="10" pos="1848">
          <p15:clr>
            <a:srgbClr val="547EBF"/>
          </p15:clr>
        </p15:guide>
        <p15:guide id="11" pos="5568">
          <p15:clr>
            <a:srgbClr val="547EBF"/>
          </p15:clr>
        </p15:guide>
        <p15:guide id="12" pos="5832">
          <p15:clr>
            <a:srgbClr val="547EBF"/>
          </p15:clr>
        </p15:guide>
        <p15:guide id="13" pos="4968">
          <p15:clr>
            <a:srgbClr val="9FCC3B"/>
          </p15:clr>
        </p15:guide>
        <p15:guide id="14" pos="5208">
          <p15:clr>
            <a:srgbClr val="9FCC3B"/>
          </p15:clr>
        </p15:guide>
        <p15:guide id="15" pos="2712">
          <p15:clr>
            <a:srgbClr val="9FCC3B"/>
          </p15:clr>
        </p15:guide>
        <p15:guide id="16" pos="2472">
          <p15:clr>
            <a:srgbClr val="9FCC3B"/>
          </p15:clr>
        </p15:guide>
        <p15:guide id="17" pos="39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 /><Relationship Id="rId1" Type="http://schemas.openxmlformats.org/officeDocument/2006/relationships/slideLayout" Target="../slideLayouts/slideLayout1.xml" /></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 /><Relationship Id="rId1" Type="http://schemas.openxmlformats.org/officeDocument/2006/relationships/slideLayout" Target="../slideLayouts/slideLayout5.xml" /></Relationships>
</file>

<file path=ppt/slides/_rels/slide3.xml.rels><?xml version="1.0" encoding="UTF-8" standalone="yes"?>
<Relationships xmlns="http://schemas.openxmlformats.org/package/2006/relationships"><Relationship Id="rId3" Type="http://schemas.openxmlformats.org/officeDocument/2006/relationships/image" Target="../media/image1.jpeg" /><Relationship Id="rId2" Type="http://schemas.openxmlformats.org/officeDocument/2006/relationships/notesSlide" Target="../notesSlides/notesSlide3.xml" /><Relationship Id="rId1" Type="http://schemas.openxmlformats.org/officeDocument/2006/relationships/slideLayout" Target="../slideLayouts/slideLayout8.xml" /></Relationships>
</file>

<file path=ppt/slides/_rels/slide4.xml.rels><?xml version="1.0" encoding="UTF-8" standalone="yes"?>
<Relationships xmlns="http://schemas.openxmlformats.org/package/2006/relationships"><Relationship Id="rId3" Type="http://schemas.openxmlformats.org/officeDocument/2006/relationships/image" Target="../media/image2.png" /><Relationship Id="rId2" Type="http://schemas.openxmlformats.org/officeDocument/2006/relationships/notesSlide" Target="../notesSlides/notesSlide4.xml" /><Relationship Id="rId1" Type="http://schemas.openxmlformats.org/officeDocument/2006/relationships/slideLayout" Target="../slideLayouts/slideLayout7.xml" /><Relationship Id="rId5" Type="http://schemas.openxmlformats.org/officeDocument/2006/relationships/image" Target="../media/image3.png" /><Relationship Id="rId4" Type="http://schemas.microsoft.com/office/2007/relationships/hdphoto" Target="../media/hdphoto1.wdp" /></Relationships>
</file>

<file path=ppt/slides/_rels/slide5.xml.rels><?xml version="1.0" encoding="UTF-8" standalone="yes"?>
<Relationships xmlns="http://schemas.openxmlformats.org/package/2006/relationships"><Relationship Id="rId3" Type="http://schemas.openxmlformats.org/officeDocument/2006/relationships/image" Target="../media/image4.png" /><Relationship Id="rId2" Type="http://schemas.openxmlformats.org/officeDocument/2006/relationships/notesSlide" Target="../notesSlides/notesSlide5.xml" /><Relationship Id="rId1" Type="http://schemas.openxmlformats.org/officeDocument/2006/relationships/slideLayout" Target="../slideLayouts/slideLayout5.xml" /><Relationship Id="rId4" Type="http://schemas.openxmlformats.org/officeDocument/2006/relationships/image" Target="../media/image5.png" /></Relationships>
</file>

<file path=ppt/slides/_rels/slide6.xml.rels><?xml version="1.0" encoding="UTF-8" standalone="yes"?>
<Relationships xmlns="http://schemas.openxmlformats.org/package/2006/relationships"><Relationship Id="rId3" Type="http://schemas.openxmlformats.org/officeDocument/2006/relationships/image" Target="../media/image6.png" /><Relationship Id="rId2" Type="http://schemas.openxmlformats.org/officeDocument/2006/relationships/notesSlide" Target="../notesSlides/notesSlide6.xml" /><Relationship Id="rId1" Type="http://schemas.openxmlformats.org/officeDocument/2006/relationships/slideLayout" Target="../slideLayouts/slideLayout5.xml" /></Relationships>
</file>

<file path=ppt/slides/_rels/slide7.xml.rels><?xml version="1.0" encoding="UTF-8" standalone="yes"?>
<Relationships xmlns="http://schemas.openxmlformats.org/package/2006/relationships"><Relationship Id="rId3" Type="http://schemas.openxmlformats.org/officeDocument/2006/relationships/image" Target="../media/image7.png" /><Relationship Id="rId2" Type="http://schemas.openxmlformats.org/officeDocument/2006/relationships/notesSlide" Target="../notesSlides/notesSlide7.xml" /><Relationship Id="rId1" Type="http://schemas.openxmlformats.org/officeDocument/2006/relationships/slideLayout" Target="../slideLayouts/slideLayout5.xml" /></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 /><Relationship Id="rId1" Type="http://schemas.openxmlformats.org/officeDocument/2006/relationships/slideLayout" Target="../slideLayouts/slideLayout11.xml" /></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 /><Relationship Id="rId1" Type="http://schemas.openxmlformats.org/officeDocument/2006/relationships/slideLayout" Target="../slideLayouts/slideLayout8.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B1D9D6-2977-ABCD-FDF8-51AFA5064E54}"/>
              </a:ext>
            </a:extLst>
          </p:cNvPr>
          <p:cNvSpPr>
            <a:spLocks noGrp="1"/>
          </p:cNvSpPr>
          <p:nvPr>
            <p:ph type="ctrTitle"/>
          </p:nvPr>
        </p:nvSpPr>
        <p:spPr>
          <a:xfrm>
            <a:off x="4167596" y="137160"/>
            <a:ext cx="8024404" cy="3291840"/>
          </a:xfrm>
        </p:spPr>
        <p:txBody>
          <a:bodyPr/>
          <a:lstStyle/>
          <a:p>
            <a:r>
              <a:rPr lang="en-US" sz="4800" dirty="0">
                <a:solidFill>
                  <a:schemeClr val="accent3"/>
                </a:solidFill>
              </a:rPr>
              <a:t>Tech Crush AI Group One</a:t>
            </a:r>
            <a:br>
              <a:rPr lang="en-US" sz="4800" dirty="0">
                <a:solidFill>
                  <a:schemeClr val="accent3"/>
                </a:solidFill>
              </a:rPr>
            </a:br>
            <a:br>
              <a:rPr lang="en-US" sz="4800" dirty="0">
                <a:solidFill>
                  <a:schemeClr val="accent3"/>
                </a:solidFill>
              </a:rPr>
            </a:br>
            <a:r>
              <a:rPr lang="en-GB" sz="4800" dirty="0">
                <a:solidFill>
                  <a:schemeClr val="accent3"/>
                </a:solidFill>
              </a:rPr>
              <a:t>Students Result Management System</a:t>
            </a:r>
            <a:endParaRPr lang="en-US" sz="4800" dirty="0">
              <a:solidFill>
                <a:schemeClr val="accent3"/>
              </a:solidFill>
            </a:endParaRPr>
          </a:p>
        </p:txBody>
      </p:sp>
    </p:spTree>
    <p:extLst>
      <p:ext uri="{BB962C8B-B14F-4D97-AF65-F5344CB8AC3E}">
        <p14:creationId xmlns:p14="http://schemas.microsoft.com/office/powerpoint/2010/main" val="33903042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30BF65-C84B-45C3-72CA-AFDA68851174}"/>
              </a:ext>
            </a:extLst>
          </p:cNvPr>
          <p:cNvSpPr>
            <a:spLocks noGrp="1"/>
          </p:cNvSpPr>
          <p:nvPr>
            <p:ph type="title"/>
          </p:nvPr>
        </p:nvSpPr>
        <p:spPr>
          <a:xfrm>
            <a:off x="594360" y="102875"/>
            <a:ext cx="10873740" cy="1680205"/>
          </a:xfrm>
        </p:spPr>
        <p:txBody>
          <a:bodyPr anchor="b">
            <a:normAutofit/>
          </a:bodyPr>
          <a:lstStyle/>
          <a:p>
            <a:r>
              <a:rPr lang="en-US"/>
              <a:t>Outline</a:t>
            </a:r>
          </a:p>
        </p:txBody>
      </p:sp>
      <p:sp>
        <p:nvSpPr>
          <p:cNvPr id="11" name="Text Placeholder 2">
            <a:extLst>
              <a:ext uri="{FF2B5EF4-FFF2-40B4-BE49-F238E27FC236}">
                <a16:creationId xmlns:a16="http://schemas.microsoft.com/office/drawing/2014/main" id="{3B8EBC2C-6DD7-5003-38EB-40753046FE8C}"/>
              </a:ext>
            </a:extLst>
          </p:cNvPr>
          <p:cNvSpPr>
            <a:spLocks noGrp="1"/>
          </p:cNvSpPr>
          <p:nvPr>
            <p:ph sz="quarter" idx="13"/>
          </p:nvPr>
        </p:nvSpPr>
        <p:spPr>
          <a:xfrm>
            <a:off x="594360" y="1942679"/>
            <a:ext cx="7810500" cy="4308101"/>
          </a:xfrm>
        </p:spPr>
        <p:txBody>
          <a:bodyPr tIns="457200">
            <a:normAutofit/>
          </a:bodyPr>
          <a:lstStyle/>
          <a:p>
            <a:pPr lvl="1"/>
            <a:r>
              <a:rPr lang="en-GB" dirty="0"/>
              <a:t>Project Overview &amp; Objectives</a:t>
            </a:r>
            <a:endParaRPr lang="en-US" dirty="0"/>
          </a:p>
          <a:p>
            <a:pPr lvl="1"/>
            <a:r>
              <a:rPr lang="en-GB" dirty="0"/>
              <a:t>Data Engineering &amp; Methodology</a:t>
            </a:r>
            <a:endParaRPr lang="en-US" dirty="0"/>
          </a:p>
          <a:p>
            <a:pPr lvl="1"/>
            <a:r>
              <a:rPr lang="en-GB" dirty="0"/>
              <a:t>Technical Implementation(EDA &amp; Preprocessing)</a:t>
            </a:r>
            <a:endParaRPr lang="en-US" dirty="0"/>
          </a:p>
          <a:p>
            <a:pPr lvl="1"/>
            <a:r>
              <a:rPr lang="en-GB" dirty="0"/>
              <a:t>Variables &amp; Model Evaluation</a:t>
            </a:r>
            <a:endParaRPr lang="en-US" dirty="0"/>
          </a:p>
          <a:p>
            <a:pPr lvl="1"/>
            <a:r>
              <a:rPr lang="en-US" dirty="0"/>
              <a:t>Practical Application &amp; Conclusion </a:t>
            </a:r>
          </a:p>
        </p:txBody>
      </p:sp>
    </p:spTree>
    <p:extLst>
      <p:ext uri="{BB962C8B-B14F-4D97-AF65-F5344CB8AC3E}">
        <p14:creationId xmlns:p14="http://schemas.microsoft.com/office/powerpoint/2010/main" val="33466857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C37279A-330D-886F-340D-494A5005E5FC}"/>
              </a:ext>
            </a:extLst>
          </p:cNvPr>
          <p:cNvSpPr>
            <a:spLocks noGrp="1"/>
          </p:cNvSpPr>
          <p:nvPr>
            <p:ph type="title"/>
          </p:nvPr>
        </p:nvSpPr>
        <p:spPr>
          <a:xfrm>
            <a:off x="6318885" y="3499667"/>
            <a:ext cx="4939666" cy="2542810"/>
          </a:xfrm>
        </p:spPr>
        <p:txBody>
          <a:bodyPr anchor="b">
            <a:normAutofit/>
          </a:bodyPr>
          <a:lstStyle/>
          <a:p>
            <a:r>
              <a:rPr lang="en-GB" dirty="0">
                <a:solidFill>
                  <a:schemeClr val="tx2"/>
                </a:solidFill>
              </a:rPr>
              <a:t>Project Overview &amp; Objectives</a:t>
            </a:r>
            <a:br>
              <a:rPr lang="en-US" dirty="0"/>
            </a:br>
            <a:endParaRPr lang="en-US" dirty="0"/>
          </a:p>
        </p:txBody>
      </p:sp>
      <p:pic>
        <p:nvPicPr>
          <p:cNvPr id="11" name="Picture Placeholder 10" descr="White and black robot hands">
            <a:extLst>
              <a:ext uri="{FF2B5EF4-FFF2-40B4-BE49-F238E27FC236}">
                <a16:creationId xmlns:a16="http://schemas.microsoft.com/office/drawing/2014/main" id="{8DB431A1-9806-9CFE-0E5F-1A5611C2A666}"/>
              </a:ext>
            </a:extLst>
          </p:cNvPr>
          <p:cNvPicPr>
            <a:picLocks noGrp="1" noChangeAspect="1"/>
          </p:cNvPicPr>
          <p:nvPr>
            <p:ph sz="quarter" idx="14"/>
          </p:nvPr>
        </p:nvPicPr>
        <p:blipFill>
          <a:blip r:embed="rId3">
            <a:extLst>
              <a:ext uri="{28A0092B-C50C-407E-A947-70E740481C1C}">
                <a14:useLocalDpi xmlns:a14="http://schemas.microsoft.com/office/drawing/2010/main" val="0"/>
              </a:ext>
            </a:extLst>
          </a:blip>
          <a:srcRect t="13236" r="3" b="7934"/>
          <a:stretch>
            <a:fillRect/>
          </a:stretch>
        </p:blipFill>
        <p:spPr>
          <a:xfrm>
            <a:off x="603885" y="457201"/>
            <a:ext cx="5198269" cy="2305050"/>
          </a:xfrm>
          <a:noFill/>
        </p:spPr>
      </p:pic>
      <p:sp>
        <p:nvSpPr>
          <p:cNvPr id="16" name="Text Placeholder 3">
            <a:extLst>
              <a:ext uri="{FF2B5EF4-FFF2-40B4-BE49-F238E27FC236}">
                <a16:creationId xmlns:a16="http://schemas.microsoft.com/office/drawing/2014/main" id="{D61F2BE3-6726-8453-84A4-77D7C1D69965}"/>
              </a:ext>
            </a:extLst>
          </p:cNvPr>
          <p:cNvSpPr>
            <a:spLocks noGrp="1"/>
          </p:cNvSpPr>
          <p:nvPr>
            <p:ph sz="quarter" idx="15"/>
          </p:nvPr>
        </p:nvSpPr>
        <p:spPr>
          <a:xfrm>
            <a:off x="594360" y="2810595"/>
            <a:ext cx="5198269" cy="3319513"/>
          </a:xfrm>
        </p:spPr>
        <p:txBody>
          <a:bodyPr>
            <a:normAutofit/>
          </a:bodyPr>
          <a:lstStyle/>
          <a:p>
            <a:r>
              <a:rPr lang="en-US" sz="1700" dirty="0"/>
              <a:t>Project Title : Students Result Management System.</a:t>
            </a:r>
          </a:p>
          <a:p>
            <a:r>
              <a:rPr lang="en-GB" sz="1700" dirty="0"/>
              <a:t>Data Source: Student Performance Dataset from Kaggle</a:t>
            </a:r>
          </a:p>
          <a:p>
            <a:r>
              <a:rPr lang="en-US" sz="1700" dirty="0"/>
              <a:t>Primary Aim: To build a predictive model that identifies students at academic risk and also identify possible influencing factors.</a:t>
            </a:r>
          </a:p>
          <a:p>
            <a:r>
              <a:rPr lang="en-US" sz="1700" dirty="0"/>
              <a:t>The Goal: Develop a system to classify students as either 'At Risk' (intervention needed) or 'Not At Risk' (progressing normally).</a:t>
            </a:r>
          </a:p>
        </p:txBody>
      </p:sp>
    </p:spTree>
    <p:extLst>
      <p:ext uri="{BB962C8B-B14F-4D97-AF65-F5344CB8AC3E}">
        <p14:creationId xmlns:p14="http://schemas.microsoft.com/office/powerpoint/2010/main" val="22493726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B8CE60-587E-1D5C-8B50-ED3441BA49CE}"/>
              </a:ext>
            </a:extLst>
          </p:cNvPr>
          <p:cNvSpPr>
            <a:spLocks noGrp="1"/>
          </p:cNvSpPr>
          <p:nvPr>
            <p:ph type="title"/>
          </p:nvPr>
        </p:nvSpPr>
        <p:spPr>
          <a:xfrm>
            <a:off x="594360" y="278129"/>
            <a:ext cx="9778365" cy="1494596"/>
          </a:xfrm>
        </p:spPr>
        <p:txBody>
          <a:bodyPr anchor="b">
            <a:normAutofit/>
          </a:bodyPr>
          <a:lstStyle/>
          <a:p>
            <a:r>
              <a:rPr lang="en-GB" dirty="0">
                <a:solidFill>
                  <a:schemeClr val="tx2"/>
                </a:solidFill>
              </a:rPr>
              <a:t>Data Engineering &amp; Methodology</a:t>
            </a:r>
            <a:endParaRPr lang="en-US" dirty="0">
              <a:solidFill>
                <a:schemeClr val="tx2"/>
              </a:solidFill>
            </a:endParaRPr>
          </a:p>
        </p:txBody>
      </p:sp>
      <p:pic>
        <p:nvPicPr>
          <p:cNvPr id="12" name="Picture Placeholder 4">
            <a:extLst>
              <a:ext uri="{FF2B5EF4-FFF2-40B4-BE49-F238E27FC236}">
                <a16:creationId xmlns:a16="http://schemas.microsoft.com/office/drawing/2014/main" id="{7D5BDB53-9169-3BBC-9362-0539514AC7DD}"/>
              </a:ext>
            </a:extLst>
          </p:cNvPr>
          <p:cNvPicPr>
            <a:picLocks noGrp="1" noChangeAspect="1"/>
          </p:cNvPicPr>
          <p:nvPr>
            <p:ph sz="quarter" idx="15"/>
          </p:nvPr>
        </p:nvPicPr>
        <p:blipFill rotWithShape="1">
          <a:blip r:embed="rId3">
            <a:extLst>
              <a:ext uri="{BEBA8EAE-BF5A-486C-A8C5-ECC9F3942E4B}">
                <a14:imgProps xmlns:a14="http://schemas.microsoft.com/office/drawing/2010/main">
                  <a14:imgLayer r:embed="rId4">
                    <a14:imgEffect>
                      <a14:colorTemperature colorTemp="4700"/>
                    </a14:imgEffect>
                    <a14:imgEffect>
                      <a14:saturation sat="0"/>
                    </a14:imgEffect>
                  </a14:imgLayer>
                </a14:imgProps>
              </a:ext>
              <a:ext uri="{28A0092B-C50C-407E-A947-70E740481C1C}">
                <a14:useLocalDpi xmlns:a14="http://schemas.microsoft.com/office/drawing/2010/main" val="0"/>
              </a:ext>
            </a:extLst>
          </a:blip>
          <a:stretch/>
        </p:blipFill>
        <p:spPr>
          <a:xfrm>
            <a:off x="641680" y="2676525"/>
            <a:ext cx="3739819" cy="2253274"/>
          </a:xfrm>
          <a:prstGeom prst="rect">
            <a:avLst/>
          </a:prstGeom>
          <a:ln>
            <a:noFill/>
          </a:ln>
          <a:effectLst>
            <a:outerShdw blurRad="292100" dist="139700" dir="2700000" algn="tl" rotWithShape="0">
              <a:srgbClr val="333333">
                <a:alpha val="65000"/>
              </a:srgbClr>
            </a:outerShdw>
          </a:effectLst>
        </p:spPr>
      </p:pic>
      <p:sp>
        <p:nvSpPr>
          <p:cNvPr id="3" name="Text Placeholder 2">
            <a:extLst>
              <a:ext uri="{FF2B5EF4-FFF2-40B4-BE49-F238E27FC236}">
                <a16:creationId xmlns:a16="http://schemas.microsoft.com/office/drawing/2014/main" id="{0E02AE9C-BA1D-195E-3B93-A5A0CC03D8F3}"/>
              </a:ext>
            </a:extLst>
          </p:cNvPr>
          <p:cNvSpPr>
            <a:spLocks noGrp="1"/>
          </p:cNvSpPr>
          <p:nvPr>
            <p:ph sz="quarter" idx="16"/>
          </p:nvPr>
        </p:nvSpPr>
        <p:spPr>
          <a:xfrm>
            <a:off x="5881898" y="2676525"/>
            <a:ext cx="4490827" cy="3597470"/>
          </a:xfrm>
        </p:spPr>
        <p:txBody>
          <a:bodyPr>
            <a:normAutofit lnSpcReduction="10000"/>
          </a:bodyPr>
          <a:lstStyle/>
          <a:p>
            <a:r>
              <a:rPr lang="en-US" dirty="0"/>
              <a:t>Our dataset contains a total of 16 columns. </a:t>
            </a:r>
          </a:p>
          <a:p>
            <a:r>
              <a:rPr lang="en-US" dirty="0"/>
              <a:t>A target variable “risk” was created which is derived from “final grade” </a:t>
            </a:r>
          </a:p>
          <a:p>
            <a:r>
              <a:rPr lang="en-US" dirty="0"/>
              <a:t>“Not at risk” : For “final grade” A,B and C</a:t>
            </a:r>
          </a:p>
          <a:p>
            <a:r>
              <a:rPr lang="en-US" dirty="0"/>
              <a:t>“At risk”: For “final grade” D, E and F </a:t>
            </a:r>
          </a:p>
          <a:p>
            <a:r>
              <a:rPr lang="en-US" dirty="0"/>
              <a:t>The multi-category grade prediction was shifted to </a:t>
            </a:r>
            <a:r>
              <a:rPr lang="en-US" b="1" dirty="0"/>
              <a:t>Binary Classification</a:t>
            </a:r>
            <a:r>
              <a:rPr lang="en-US" dirty="0"/>
              <a:t> to make the system more direct and actionable for intervention.</a:t>
            </a:r>
          </a:p>
          <a:p>
            <a:endParaRPr lang="en-US" dirty="0"/>
          </a:p>
        </p:txBody>
      </p:sp>
      <p:pic>
        <p:nvPicPr>
          <p:cNvPr id="9" name="Picture 8">
            <a:extLst>
              <a:ext uri="{FF2B5EF4-FFF2-40B4-BE49-F238E27FC236}">
                <a16:creationId xmlns:a16="http://schemas.microsoft.com/office/drawing/2014/main" id="{89E67C50-1639-03B8-CEB4-EEFE455B8BEC}"/>
              </a:ext>
            </a:extLst>
          </p:cNvPr>
          <p:cNvPicPr>
            <a:picLocks noChangeAspect="1"/>
          </p:cNvPicPr>
          <p:nvPr/>
        </p:nvPicPr>
        <p:blipFill>
          <a:blip r:embed="rId5"/>
          <a:stretch>
            <a:fillRect/>
          </a:stretch>
        </p:blipFill>
        <p:spPr>
          <a:xfrm>
            <a:off x="641681" y="5085277"/>
            <a:ext cx="3739820" cy="1363112"/>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144087198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45D3755-C3E2-975E-DE68-CDECC4B526EC}"/>
              </a:ext>
            </a:extLst>
          </p:cNvPr>
          <p:cNvSpPr>
            <a:spLocks noGrp="1"/>
          </p:cNvSpPr>
          <p:nvPr>
            <p:ph type="title"/>
          </p:nvPr>
        </p:nvSpPr>
        <p:spPr>
          <a:xfrm>
            <a:off x="594360" y="102875"/>
            <a:ext cx="10873740" cy="1680205"/>
          </a:xfrm>
        </p:spPr>
        <p:txBody>
          <a:bodyPr/>
          <a:lstStyle/>
          <a:p>
            <a:r>
              <a:rPr lang="en-GB" dirty="0">
                <a:solidFill>
                  <a:schemeClr val="tx2"/>
                </a:solidFill>
              </a:rPr>
              <a:t>Technical Implementation(EDA &amp; Preprocessing)</a:t>
            </a:r>
            <a:endParaRPr lang="en-US" dirty="0">
              <a:solidFill>
                <a:schemeClr val="tx2"/>
              </a:solidFill>
            </a:endParaRPr>
          </a:p>
        </p:txBody>
      </p:sp>
      <p:sp>
        <p:nvSpPr>
          <p:cNvPr id="7" name="Text Placeholder 6">
            <a:extLst>
              <a:ext uri="{FF2B5EF4-FFF2-40B4-BE49-F238E27FC236}">
                <a16:creationId xmlns:a16="http://schemas.microsoft.com/office/drawing/2014/main" id="{F70BD87D-F7DA-961B-4024-A354DC87D168}"/>
              </a:ext>
            </a:extLst>
          </p:cNvPr>
          <p:cNvSpPr>
            <a:spLocks noGrp="1"/>
          </p:cNvSpPr>
          <p:nvPr>
            <p:ph sz="quarter" idx="13"/>
          </p:nvPr>
        </p:nvSpPr>
        <p:spPr>
          <a:xfrm>
            <a:off x="4991725" y="1289154"/>
            <a:ext cx="7015395" cy="2248525"/>
          </a:xfrm>
        </p:spPr>
        <p:txBody>
          <a:bodyPr>
            <a:normAutofit/>
          </a:bodyPr>
          <a:lstStyle/>
          <a:p>
            <a:r>
              <a:rPr lang="en-US" sz="1600" dirty="0"/>
              <a:t>Before building a model, you have to understand the shape of the data. A distribution check was carried out to analyze how many students were "At Risk" versus "Not At Risk." If the groups are uneven (e.g., 90% are passing), the model might struggle to learn what "At Risk" looks like.</a:t>
            </a:r>
          </a:p>
          <a:p>
            <a:r>
              <a:rPr lang="en-US" sz="1600" dirty="0"/>
              <a:t>A correlation analysis was carried out also to know if there were existing relationships between variables. For example, does lower attendance correlate with higher risk</a:t>
            </a:r>
          </a:p>
        </p:txBody>
      </p:sp>
      <p:grpSp>
        <p:nvGrpSpPr>
          <p:cNvPr id="19" name="Group 18">
            <a:extLst>
              <a:ext uri="{FF2B5EF4-FFF2-40B4-BE49-F238E27FC236}">
                <a16:creationId xmlns:a16="http://schemas.microsoft.com/office/drawing/2014/main" id="{C78CEA4F-D72A-C069-6A51-328B103CA0CA}"/>
              </a:ext>
              <a:ext uri="{C183D7F6-B498-43B3-948B-1728B52AA6E4}">
                <adec:decorative xmlns:adec="http://schemas.microsoft.com/office/drawing/2017/decorative" val="1"/>
              </a:ext>
            </a:extLst>
          </p:cNvPr>
          <p:cNvGrpSpPr>
            <a:grpSpLocks/>
          </p:cNvGrpSpPr>
          <p:nvPr/>
        </p:nvGrpSpPr>
        <p:grpSpPr bwMode="auto">
          <a:xfrm rot="16200000" flipV="1">
            <a:off x="0" y="3900132"/>
            <a:ext cx="2959226" cy="2959226"/>
            <a:chOff x="0" y="12289"/>
            <a:chExt cx="3550" cy="3551"/>
          </a:xfrm>
        </p:grpSpPr>
        <p:sp>
          <p:nvSpPr>
            <p:cNvPr id="20" name="Freeform 19">
              <a:extLst>
                <a:ext uri="{FF2B5EF4-FFF2-40B4-BE49-F238E27FC236}">
                  <a16:creationId xmlns:a16="http://schemas.microsoft.com/office/drawing/2014/main" id="{7E473402-19FD-A5B0-5CB6-E5F3926D3828}"/>
                </a:ext>
              </a:extLst>
            </p:cNvPr>
            <p:cNvSpPr>
              <a:spLocks/>
            </p:cNvSpPr>
            <p:nvPr/>
          </p:nvSpPr>
          <p:spPr bwMode="auto">
            <a:xfrm>
              <a:off x="0" y="12289"/>
              <a:ext cx="1789" cy="2386"/>
            </a:xfrm>
            <a:custGeom>
              <a:avLst/>
              <a:gdLst>
                <a:gd name="T0" fmla="*/ 0 w 1789"/>
                <a:gd name="T1" fmla="+- 0 12290 12290"/>
                <a:gd name="T2" fmla="*/ 12290 h 2386"/>
                <a:gd name="T3" fmla="*/ 0 w 1789"/>
                <a:gd name="T4" fmla="+- 0 13484 12290"/>
                <a:gd name="T5" fmla="*/ 13484 h 2386"/>
                <a:gd name="T6" fmla="*/ 1192 w 1789"/>
                <a:gd name="T7" fmla="+- 0 14676 12290"/>
                <a:gd name="T8" fmla="*/ 14676 h 2386"/>
                <a:gd name="T9" fmla="*/ 1789 w 1789"/>
                <a:gd name="T10" fmla="+- 0 14079 12290"/>
                <a:gd name="T11" fmla="*/ 14079 h 2386"/>
                <a:gd name="T12" fmla="*/ 0 w 1789"/>
                <a:gd name="T13" fmla="+- 0 12290 12290"/>
                <a:gd name="T14" fmla="*/ 12290 h 2386"/>
              </a:gdLst>
              <a:ahLst/>
              <a:cxnLst>
                <a:cxn ang="0">
                  <a:pos x="T0" y="T2"/>
                </a:cxn>
                <a:cxn ang="0">
                  <a:pos x="T3" y="T5"/>
                </a:cxn>
                <a:cxn ang="0">
                  <a:pos x="T6" y="T8"/>
                </a:cxn>
                <a:cxn ang="0">
                  <a:pos x="T9" y="T11"/>
                </a:cxn>
                <a:cxn ang="0">
                  <a:pos x="T12" y="T14"/>
                </a:cxn>
              </a:cxnLst>
              <a:rect l="0" t="0" r="r" b="b"/>
              <a:pathLst>
                <a:path w="1789" h="2386">
                  <a:moveTo>
                    <a:pt x="0" y="0"/>
                  </a:moveTo>
                  <a:lnTo>
                    <a:pt x="0" y="1194"/>
                  </a:lnTo>
                  <a:lnTo>
                    <a:pt x="1192" y="2386"/>
                  </a:lnTo>
                  <a:lnTo>
                    <a:pt x="1789" y="1789"/>
                  </a:lnTo>
                  <a:lnTo>
                    <a:pt x="0" y="0"/>
                  </a:lnTo>
                  <a:close/>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21" name="Freeform 20">
              <a:extLst>
                <a:ext uri="{FF2B5EF4-FFF2-40B4-BE49-F238E27FC236}">
                  <a16:creationId xmlns:a16="http://schemas.microsoft.com/office/drawing/2014/main" id="{879D1CAD-2EA2-9376-7B64-0C3AC590F651}"/>
                </a:ext>
              </a:extLst>
            </p:cNvPr>
            <p:cNvSpPr>
              <a:spLocks/>
            </p:cNvSpPr>
            <p:nvPr/>
          </p:nvSpPr>
          <p:spPr bwMode="auto">
            <a:xfrm>
              <a:off x="0" y="14678"/>
              <a:ext cx="1162" cy="1162"/>
            </a:xfrm>
            <a:custGeom>
              <a:avLst/>
              <a:gdLst>
                <a:gd name="T0" fmla="*/ 0 w 1162"/>
                <a:gd name="T1" fmla="+- 0 14679 14679"/>
                <a:gd name="T2" fmla="*/ 14679 h 1162"/>
                <a:gd name="T3" fmla="*/ 0 w 1162"/>
                <a:gd name="T4" fmla="+- 0 15840 14679"/>
                <a:gd name="T5" fmla="*/ 15840 h 1162"/>
                <a:gd name="T6" fmla="*/ 1161 w 1162"/>
                <a:gd name="T7" fmla="+- 0 15840 14679"/>
                <a:gd name="T8" fmla="*/ 15840 h 1162"/>
                <a:gd name="T9" fmla="*/ 0 w 1162"/>
                <a:gd name="T10" fmla="+- 0 14679 14679"/>
                <a:gd name="T11" fmla="*/ 14679 h 1162"/>
              </a:gdLst>
              <a:ahLst/>
              <a:cxnLst>
                <a:cxn ang="0">
                  <a:pos x="T0" y="T2"/>
                </a:cxn>
                <a:cxn ang="0">
                  <a:pos x="T3" y="T5"/>
                </a:cxn>
                <a:cxn ang="0">
                  <a:pos x="T6" y="T8"/>
                </a:cxn>
                <a:cxn ang="0">
                  <a:pos x="T9" y="T11"/>
                </a:cxn>
              </a:cxnLst>
              <a:rect l="0" t="0" r="r" b="b"/>
              <a:pathLst>
                <a:path w="1162" h="1162">
                  <a:moveTo>
                    <a:pt x="0" y="0"/>
                  </a:moveTo>
                  <a:lnTo>
                    <a:pt x="0" y="1161"/>
                  </a:lnTo>
                  <a:lnTo>
                    <a:pt x="1161" y="1161"/>
                  </a:lnTo>
                  <a:lnTo>
                    <a:pt x="0"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22" name="Freeform 21">
              <a:extLst>
                <a:ext uri="{FF2B5EF4-FFF2-40B4-BE49-F238E27FC236}">
                  <a16:creationId xmlns:a16="http://schemas.microsoft.com/office/drawing/2014/main" id="{B16F8906-918C-BE0B-A4AB-6A1D48150AC7}"/>
                </a:ext>
              </a:extLst>
            </p:cNvPr>
            <p:cNvSpPr>
              <a:spLocks/>
            </p:cNvSpPr>
            <p:nvPr/>
          </p:nvSpPr>
          <p:spPr bwMode="auto">
            <a:xfrm>
              <a:off x="1221" y="14675"/>
              <a:ext cx="2329" cy="1165"/>
            </a:xfrm>
            <a:custGeom>
              <a:avLst/>
              <a:gdLst>
                <a:gd name="T0" fmla="+- 0 3550 1221"/>
                <a:gd name="T1" fmla="*/ T0 w 2329"/>
                <a:gd name="T2" fmla="+- 0 15840 14676"/>
                <a:gd name="T3" fmla="*/ 15840 h 1165"/>
                <a:gd name="T4" fmla="+- 0 2386 1221"/>
                <a:gd name="T5" fmla="*/ T4 w 2329"/>
                <a:gd name="T6" fmla="+- 0 14676 14676"/>
                <a:gd name="T7" fmla="*/ 14676 h 1165"/>
                <a:gd name="T8" fmla="+- 0 1221 1221"/>
                <a:gd name="T9" fmla="*/ T8 w 2329"/>
                <a:gd name="T10" fmla="+- 0 15840 14676"/>
                <a:gd name="T11" fmla="*/ 15840 h 1165"/>
                <a:gd name="T12" fmla="+- 0 3550 1221"/>
                <a:gd name="T13" fmla="*/ T12 w 2329"/>
                <a:gd name="T14" fmla="+- 0 15840 14676"/>
                <a:gd name="T15" fmla="*/ 15840 h 1165"/>
              </a:gdLst>
              <a:ahLst/>
              <a:cxnLst>
                <a:cxn ang="0">
                  <a:pos x="T1" y="T3"/>
                </a:cxn>
                <a:cxn ang="0">
                  <a:pos x="T5" y="T7"/>
                </a:cxn>
                <a:cxn ang="0">
                  <a:pos x="T9" y="T11"/>
                </a:cxn>
                <a:cxn ang="0">
                  <a:pos x="T13" y="T15"/>
                </a:cxn>
              </a:cxnLst>
              <a:rect l="0" t="0" r="r" b="b"/>
              <a:pathLst>
                <a:path w="2329" h="1165">
                  <a:moveTo>
                    <a:pt x="2329" y="1164"/>
                  </a:moveTo>
                  <a:lnTo>
                    <a:pt x="1165" y="0"/>
                  </a:lnTo>
                  <a:lnTo>
                    <a:pt x="0" y="1164"/>
                  </a:lnTo>
                  <a:lnTo>
                    <a:pt x="2329" y="1164"/>
                  </a:lnTo>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grpSp>
      <p:pic>
        <p:nvPicPr>
          <p:cNvPr id="4" name="Picture 3">
            <a:extLst>
              <a:ext uri="{FF2B5EF4-FFF2-40B4-BE49-F238E27FC236}">
                <a16:creationId xmlns:a16="http://schemas.microsoft.com/office/drawing/2014/main" id="{3D516CEA-D431-B688-78A7-91D3829B28BE}"/>
              </a:ext>
            </a:extLst>
          </p:cNvPr>
          <p:cNvPicPr>
            <a:picLocks noChangeAspect="1"/>
          </p:cNvPicPr>
          <p:nvPr/>
        </p:nvPicPr>
        <p:blipFill>
          <a:blip r:embed="rId3"/>
          <a:stretch>
            <a:fillRect/>
          </a:stretch>
        </p:blipFill>
        <p:spPr>
          <a:xfrm>
            <a:off x="0" y="2016312"/>
            <a:ext cx="4452079" cy="3058609"/>
          </a:xfrm>
          <a:prstGeom prst="rect">
            <a:avLst/>
          </a:prstGeom>
          <a:ln>
            <a:noFill/>
          </a:ln>
          <a:effectLst>
            <a:outerShdw blurRad="292100" dist="139700" dir="2700000" algn="tl" rotWithShape="0">
              <a:srgbClr val="333333">
                <a:alpha val="65000"/>
              </a:srgbClr>
            </a:outerShdw>
          </a:effectLst>
        </p:spPr>
      </p:pic>
      <p:pic>
        <p:nvPicPr>
          <p:cNvPr id="9" name="Picture 8">
            <a:extLst>
              <a:ext uri="{FF2B5EF4-FFF2-40B4-BE49-F238E27FC236}">
                <a16:creationId xmlns:a16="http://schemas.microsoft.com/office/drawing/2014/main" id="{32CA1459-0356-51E9-9069-51D2B41A5A40}"/>
              </a:ext>
            </a:extLst>
          </p:cNvPr>
          <p:cNvPicPr>
            <a:picLocks noChangeAspect="1"/>
          </p:cNvPicPr>
          <p:nvPr/>
        </p:nvPicPr>
        <p:blipFill>
          <a:blip r:embed="rId4"/>
          <a:stretch>
            <a:fillRect/>
          </a:stretch>
        </p:blipFill>
        <p:spPr>
          <a:xfrm>
            <a:off x="5298043" y="3417231"/>
            <a:ext cx="4452079" cy="3315377"/>
          </a:xfrm>
          <a:prstGeom prst="rect">
            <a:avLst/>
          </a:prstGeom>
          <a:ln>
            <a:noFill/>
          </a:ln>
          <a:effectLst>
            <a:outerShdw blurRad="292100" dist="139700" dir="2700000" algn="tl" rotWithShape="0">
              <a:srgbClr val="333333">
                <a:alpha val="65000"/>
              </a:srgbClr>
            </a:outerShdw>
          </a:effectLst>
        </p:spPr>
      </p:pic>
      <p:sp>
        <p:nvSpPr>
          <p:cNvPr id="10" name="TextBox 9">
            <a:extLst>
              <a:ext uri="{FF2B5EF4-FFF2-40B4-BE49-F238E27FC236}">
                <a16:creationId xmlns:a16="http://schemas.microsoft.com/office/drawing/2014/main" id="{0ED94E8C-9A46-7985-F2D0-92008D95FA8D}"/>
              </a:ext>
            </a:extLst>
          </p:cNvPr>
          <p:cNvSpPr txBox="1"/>
          <p:nvPr/>
        </p:nvSpPr>
        <p:spPr>
          <a:xfrm>
            <a:off x="9750122" y="4706911"/>
            <a:ext cx="2256998" cy="646331"/>
          </a:xfrm>
          <a:prstGeom prst="rect">
            <a:avLst/>
          </a:prstGeom>
          <a:noFill/>
        </p:spPr>
        <p:txBody>
          <a:bodyPr wrap="square" rtlCol="0">
            <a:spAutoFit/>
          </a:bodyPr>
          <a:lstStyle/>
          <a:p>
            <a:r>
              <a:rPr lang="en-US" dirty="0">
                <a:solidFill>
                  <a:schemeClr val="bg1"/>
                </a:solidFill>
              </a:rPr>
              <a:t>Heatmap showing correlation</a:t>
            </a:r>
            <a:endParaRPr lang="en-GB" dirty="0">
              <a:solidFill>
                <a:schemeClr val="bg1"/>
              </a:solidFill>
            </a:endParaRPr>
          </a:p>
        </p:txBody>
      </p:sp>
    </p:spTree>
    <p:extLst>
      <p:ext uri="{BB962C8B-B14F-4D97-AF65-F5344CB8AC3E}">
        <p14:creationId xmlns:p14="http://schemas.microsoft.com/office/powerpoint/2010/main" val="32003120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B7B362-9780-D557-822E-E8E3257555F4}"/>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C04BC9E-47B1-E0B2-1B20-AA3CD703CEE4}"/>
              </a:ext>
            </a:extLst>
          </p:cNvPr>
          <p:cNvSpPr>
            <a:spLocks noGrp="1"/>
          </p:cNvSpPr>
          <p:nvPr>
            <p:ph type="title"/>
          </p:nvPr>
        </p:nvSpPr>
        <p:spPr>
          <a:xfrm>
            <a:off x="594360" y="102875"/>
            <a:ext cx="10873740" cy="1680205"/>
          </a:xfrm>
        </p:spPr>
        <p:txBody>
          <a:bodyPr/>
          <a:lstStyle/>
          <a:p>
            <a:r>
              <a:rPr lang="en-GB" dirty="0">
                <a:solidFill>
                  <a:schemeClr val="tx2"/>
                </a:solidFill>
              </a:rPr>
              <a:t>Technical Implementation(EDA &amp; Preprocessing)</a:t>
            </a:r>
            <a:endParaRPr lang="en-US" dirty="0">
              <a:solidFill>
                <a:schemeClr val="tx2"/>
              </a:solidFill>
            </a:endParaRPr>
          </a:p>
        </p:txBody>
      </p:sp>
      <p:sp>
        <p:nvSpPr>
          <p:cNvPr id="7" name="Text Placeholder 6">
            <a:extLst>
              <a:ext uri="{FF2B5EF4-FFF2-40B4-BE49-F238E27FC236}">
                <a16:creationId xmlns:a16="http://schemas.microsoft.com/office/drawing/2014/main" id="{FB3355A4-FF22-928F-5F7B-37BDAAD5E673}"/>
              </a:ext>
            </a:extLst>
          </p:cNvPr>
          <p:cNvSpPr>
            <a:spLocks noGrp="1"/>
          </p:cNvSpPr>
          <p:nvPr>
            <p:ph sz="quarter" idx="13"/>
          </p:nvPr>
        </p:nvSpPr>
        <p:spPr>
          <a:xfrm>
            <a:off x="4991725" y="2449138"/>
            <a:ext cx="7015395" cy="3215062"/>
          </a:xfrm>
        </p:spPr>
        <p:txBody>
          <a:bodyPr>
            <a:normAutofit/>
          </a:bodyPr>
          <a:lstStyle/>
          <a:p>
            <a:r>
              <a:rPr lang="en-US" sz="1600" dirty="0"/>
              <a:t>As part of the pre-processing, label encoding is done. The computer does not understand the variable so we encode them into numbers. This is just the process of converting categories into numbers.</a:t>
            </a:r>
          </a:p>
          <a:p>
            <a:r>
              <a:rPr lang="en-US" sz="1600" dirty="0"/>
              <a:t>Some numbers in your data might be small (Age: 15–20), while others are large (Study Hours: 0–100). If you don't scale them, the model might think Study Hours are "more important" just because the numbers are bigger. </a:t>
            </a:r>
            <a:r>
              <a:rPr lang="en-US" sz="1600" b="1" dirty="0" err="1"/>
              <a:t>StandardScaler</a:t>
            </a:r>
            <a:r>
              <a:rPr lang="en-US" sz="1600" dirty="0"/>
              <a:t> brings all variables to the same scale so the model treats them fairly.</a:t>
            </a:r>
          </a:p>
          <a:p>
            <a:endParaRPr lang="en-US" sz="1600" dirty="0"/>
          </a:p>
        </p:txBody>
      </p:sp>
      <p:grpSp>
        <p:nvGrpSpPr>
          <p:cNvPr id="19" name="Group 18">
            <a:extLst>
              <a:ext uri="{FF2B5EF4-FFF2-40B4-BE49-F238E27FC236}">
                <a16:creationId xmlns:a16="http://schemas.microsoft.com/office/drawing/2014/main" id="{0B015E92-B34C-ABAA-0218-905593704B4A}"/>
              </a:ext>
              <a:ext uri="{C183D7F6-B498-43B3-948B-1728B52AA6E4}">
                <adec:decorative xmlns:adec="http://schemas.microsoft.com/office/drawing/2017/decorative" val="1"/>
              </a:ext>
            </a:extLst>
          </p:cNvPr>
          <p:cNvGrpSpPr>
            <a:grpSpLocks/>
          </p:cNvGrpSpPr>
          <p:nvPr/>
        </p:nvGrpSpPr>
        <p:grpSpPr bwMode="auto">
          <a:xfrm rot="16200000" flipV="1">
            <a:off x="0" y="3900132"/>
            <a:ext cx="2959226" cy="2959226"/>
            <a:chOff x="0" y="12289"/>
            <a:chExt cx="3550" cy="3551"/>
          </a:xfrm>
        </p:grpSpPr>
        <p:sp>
          <p:nvSpPr>
            <p:cNvPr id="20" name="Freeform 19">
              <a:extLst>
                <a:ext uri="{FF2B5EF4-FFF2-40B4-BE49-F238E27FC236}">
                  <a16:creationId xmlns:a16="http://schemas.microsoft.com/office/drawing/2014/main" id="{767EFCC5-36C1-A2B7-4F37-24D21885A0A6}"/>
                </a:ext>
              </a:extLst>
            </p:cNvPr>
            <p:cNvSpPr>
              <a:spLocks/>
            </p:cNvSpPr>
            <p:nvPr/>
          </p:nvSpPr>
          <p:spPr bwMode="auto">
            <a:xfrm>
              <a:off x="0" y="12289"/>
              <a:ext cx="1789" cy="2386"/>
            </a:xfrm>
            <a:custGeom>
              <a:avLst/>
              <a:gdLst>
                <a:gd name="T0" fmla="*/ 0 w 1789"/>
                <a:gd name="T1" fmla="+- 0 12290 12290"/>
                <a:gd name="T2" fmla="*/ 12290 h 2386"/>
                <a:gd name="T3" fmla="*/ 0 w 1789"/>
                <a:gd name="T4" fmla="+- 0 13484 12290"/>
                <a:gd name="T5" fmla="*/ 13484 h 2386"/>
                <a:gd name="T6" fmla="*/ 1192 w 1789"/>
                <a:gd name="T7" fmla="+- 0 14676 12290"/>
                <a:gd name="T8" fmla="*/ 14676 h 2386"/>
                <a:gd name="T9" fmla="*/ 1789 w 1789"/>
                <a:gd name="T10" fmla="+- 0 14079 12290"/>
                <a:gd name="T11" fmla="*/ 14079 h 2386"/>
                <a:gd name="T12" fmla="*/ 0 w 1789"/>
                <a:gd name="T13" fmla="+- 0 12290 12290"/>
                <a:gd name="T14" fmla="*/ 12290 h 2386"/>
              </a:gdLst>
              <a:ahLst/>
              <a:cxnLst>
                <a:cxn ang="0">
                  <a:pos x="T0" y="T2"/>
                </a:cxn>
                <a:cxn ang="0">
                  <a:pos x="T3" y="T5"/>
                </a:cxn>
                <a:cxn ang="0">
                  <a:pos x="T6" y="T8"/>
                </a:cxn>
                <a:cxn ang="0">
                  <a:pos x="T9" y="T11"/>
                </a:cxn>
                <a:cxn ang="0">
                  <a:pos x="T12" y="T14"/>
                </a:cxn>
              </a:cxnLst>
              <a:rect l="0" t="0" r="r" b="b"/>
              <a:pathLst>
                <a:path w="1789" h="2386">
                  <a:moveTo>
                    <a:pt x="0" y="0"/>
                  </a:moveTo>
                  <a:lnTo>
                    <a:pt x="0" y="1194"/>
                  </a:lnTo>
                  <a:lnTo>
                    <a:pt x="1192" y="2386"/>
                  </a:lnTo>
                  <a:lnTo>
                    <a:pt x="1789" y="1789"/>
                  </a:lnTo>
                  <a:lnTo>
                    <a:pt x="0" y="0"/>
                  </a:lnTo>
                  <a:close/>
                </a:path>
              </a:pathLst>
            </a:custGeom>
            <a:solidFill>
              <a:schemeClr val="accent6"/>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21" name="Freeform 20">
              <a:extLst>
                <a:ext uri="{FF2B5EF4-FFF2-40B4-BE49-F238E27FC236}">
                  <a16:creationId xmlns:a16="http://schemas.microsoft.com/office/drawing/2014/main" id="{3621448A-CCD0-431D-DF6A-9582CE957858}"/>
                </a:ext>
              </a:extLst>
            </p:cNvPr>
            <p:cNvSpPr>
              <a:spLocks/>
            </p:cNvSpPr>
            <p:nvPr/>
          </p:nvSpPr>
          <p:spPr bwMode="auto">
            <a:xfrm>
              <a:off x="0" y="14678"/>
              <a:ext cx="1162" cy="1162"/>
            </a:xfrm>
            <a:custGeom>
              <a:avLst/>
              <a:gdLst>
                <a:gd name="T0" fmla="*/ 0 w 1162"/>
                <a:gd name="T1" fmla="+- 0 14679 14679"/>
                <a:gd name="T2" fmla="*/ 14679 h 1162"/>
                <a:gd name="T3" fmla="*/ 0 w 1162"/>
                <a:gd name="T4" fmla="+- 0 15840 14679"/>
                <a:gd name="T5" fmla="*/ 15840 h 1162"/>
                <a:gd name="T6" fmla="*/ 1161 w 1162"/>
                <a:gd name="T7" fmla="+- 0 15840 14679"/>
                <a:gd name="T8" fmla="*/ 15840 h 1162"/>
                <a:gd name="T9" fmla="*/ 0 w 1162"/>
                <a:gd name="T10" fmla="+- 0 14679 14679"/>
                <a:gd name="T11" fmla="*/ 14679 h 1162"/>
              </a:gdLst>
              <a:ahLst/>
              <a:cxnLst>
                <a:cxn ang="0">
                  <a:pos x="T0" y="T2"/>
                </a:cxn>
                <a:cxn ang="0">
                  <a:pos x="T3" y="T5"/>
                </a:cxn>
                <a:cxn ang="0">
                  <a:pos x="T6" y="T8"/>
                </a:cxn>
                <a:cxn ang="0">
                  <a:pos x="T9" y="T11"/>
                </a:cxn>
              </a:cxnLst>
              <a:rect l="0" t="0" r="r" b="b"/>
              <a:pathLst>
                <a:path w="1162" h="1162">
                  <a:moveTo>
                    <a:pt x="0" y="0"/>
                  </a:moveTo>
                  <a:lnTo>
                    <a:pt x="0" y="1161"/>
                  </a:lnTo>
                  <a:lnTo>
                    <a:pt x="1161" y="1161"/>
                  </a:lnTo>
                  <a:lnTo>
                    <a:pt x="0"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sp>
          <p:nvSpPr>
            <p:cNvPr id="22" name="Freeform 21">
              <a:extLst>
                <a:ext uri="{FF2B5EF4-FFF2-40B4-BE49-F238E27FC236}">
                  <a16:creationId xmlns:a16="http://schemas.microsoft.com/office/drawing/2014/main" id="{1A6FF17C-C1B1-048A-C187-20AF3273B8D0}"/>
                </a:ext>
              </a:extLst>
            </p:cNvPr>
            <p:cNvSpPr>
              <a:spLocks/>
            </p:cNvSpPr>
            <p:nvPr/>
          </p:nvSpPr>
          <p:spPr bwMode="auto">
            <a:xfrm>
              <a:off x="1221" y="14675"/>
              <a:ext cx="2329" cy="1165"/>
            </a:xfrm>
            <a:custGeom>
              <a:avLst/>
              <a:gdLst>
                <a:gd name="T0" fmla="+- 0 3550 1221"/>
                <a:gd name="T1" fmla="*/ T0 w 2329"/>
                <a:gd name="T2" fmla="+- 0 15840 14676"/>
                <a:gd name="T3" fmla="*/ 15840 h 1165"/>
                <a:gd name="T4" fmla="+- 0 2386 1221"/>
                <a:gd name="T5" fmla="*/ T4 w 2329"/>
                <a:gd name="T6" fmla="+- 0 14676 14676"/>
                <a:gd name="T7" fmla="*/ 14676 h 1165"/>
                <a:gd name="T8" fmla="+- 0 1221 1221"/>
                <a:gd name="T9" fmla="*/ T8 w 2329"/>
                <a:gd name="T10" fmla="+- 0 15840 14676"/>
                <a:gd name="T11" fmla="*/ 15840 h 1165"/>
                <a:gd name="T12" fmla="+- 0 3550 1221"/>
                <a:gd name="T13" fmla="*/ T12 w 2329"/>
                <a:gd name="T14" fmla="+- 0 15840 14676"/>
                <a:gd name="T15" fmla="*/ 15840 h 1165"/>
              </a:gdLst>
              <a:ahLst/>
              <a:cxnLst>
                <a:cxn ang="0">
                  <a:pos x="T1" y="T3"/>
                </a:cxn>
                <a:cxn ang="0">
                  <a:pos x="T5" y="T7"/>
                </a:cxn>
                <a:cxn ang="0">
                  <a:pos x="T9" y="T11"/>
                </a:cxn>
                <a:cxn ang="0">
                  <a:pos x="T13" y="T15"/>
                </a:cxn>
              </a:cxnLst>
              <a:rect l="0" t="0" r="r" b="b"/>
              <a:pathLst>
                <a:path w="2329" h="1165">
                  <a:moveTo>
                    <a:pt x="2329" y="1164"/>
                  </a:moveTo>
                  <a:lnTo>
                    <a:pt x="1165" y="0"/>
                  </a:lnTo>
                  <a:lnTo>
                    <a:pt x="0" y="1164"/>
                  </a:lnTo>
                  <a:lnTo>
                    <a:pt x="2329" y="1164"/>
                  </a:lnTo>
                </a:path>
              </a:pathLst>
            </a:custGeom>
            <a:solidFill>
              <a:schemeClr val="accent3"/>
            </a:solidFill>
            <a:ln>
              <a:noFill/>
            </a:ln>
            <a:extLst>
              <a:ext uri="{91240B29-F687-4F45-9708-019B960494DF}">
                <a14:hiddenLine xmlns:a14="http://schemas.microsoft.com/office/drawing/2010/main" w="9525">
                  <a:solidFill>
                    <a:srgbClr val="000000"/>
                  </a:solidFill>
                  <a:round/>
                  <a:headEnd/>
                  <a:tailEnd/>
                </a14:hiddenLine>
              </a:ext>
            </a:extLst>
          </p:spPr>
          <p:txBody>
            <a:bodyPr rot="0" vert="horz" wrap="square" lIns="91440" tIns="45720" rIns="91440" bIns="45720" anchor="t" anchorCtr="0" upright="1">
              <a:noAutofit/>
            </a:bodyPr>
            <a:lstStyle/>
            <a:p>
              <a:endParaRPr lang="en-US" dirty="0"/>
            </a:p>
          </p:txBody>
        </p:sp>
      </p:grpSp>
      <p:pic>
        <p:nvPicPr>
          <p:cNvPr id="4" name="Picture 3">
            <a:extLst>
              <a:ext uri="{FF2B5EF4-FFF2-40B4-BE49-F238E27FC236}">
                <a16:creationId xmlns:a16="http://schemas.microsoft.com/office/drawing/2014/main" id="{63CDA754-CA4F-B07E-9713-86E8250025D5}"/>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84177" y="2576708"/>
            <a:ext cx="4452079" cy="2192956"/>
          </a:xfrm>
          <a:prstGeom prst="rect">
            <a:avLst/>
          </a:prstGeom>
        </p:spPr>
      </p:pic>
    </p:spTree>
    <p:extLst>
      <p:ext uri="{BB962C8B-B14F-4D97-AF65-F5344CB8AC3E}">
        <p14:creationId xmlns:p14="http://schemas.microsoft.com/office/powerpoint/2010/main" val="13301094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1633A5-8BE3-D44D-57F3-2EF161376844}"/>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5AB6D40A-2A0A-AF3D-8CF7-3ECD37765637}"/>
              </a:ext>
            </a:extLst>
          </p:cNvPr>
          <p:cNvSpPr>
            <a:spLocks noGrp="1"/>
          </p:cNvSpPr>
          <p:nvPr>
            <p:ph type="title"/>
          </p:nvPr>
        </p:nvSpPr>
        <p:spPr>
          <a:xfrm>
            <a:off x="594360" y="102875"/>
            <a:ext cx="8498840" cy="1027425"/>
          </a:xfrm>
        </p:spPr>
        <p:txBody>
          <a:bodyPr anchor="b">
            <a:normAutofit/>
          </a:bodyPr>
          <a:lstStyle/>
          <a:p>
            <a:r>
              <a:rPr lang="en-GB" dirty="0">
                <a:solidFill>
                  <a:schemeClr val="tx2"/>
                </a:solidFill>
              </a:rPr>
              <a:t>Variables &amp; Model Evaluation</a:t>
            </a:r>
            <a:endParaRPr lang="en-US" dirty="0">
              <a:solidFill>
                <a:schemeClr val="tx2"/>
              </a:solidFill>
            </a:endParaRPr>
          </a:p>
        </p:txBody>
      </p:sp>
      <p:sp>
        <p:nvSpPr>
          <p:cNvPr id="3" name="Text Placeholder 2">
            <a:extLst>
              <a:ext uri="{FF2B5EF4-FFF2-40B4-BE49-F238E27FC236}">
                <a16:creationId xmlns:a16="http://schemas.microsoft.com/office/drawing/2014/main" id="{591442CD-A26D-1761-8CE7-8BC3075BB4ED}"/>
              </a:ext>
            </a:extLst>
          </p:cNvPr>
          <p:cNvSpPr>
            <a:spLocks noGrp="1"/>
          </p:cNvSpPr>
          <p:nvPr>
            <p:ph sz="quarter" idx="13"/>
          </p:nvPr>
        </p:nvSpPr>
        <p:spPr>
          <a:xfrm>
            <a:off x="4267200" y="1244600"/>
            <a:ext cx="7200900" cy="4648200"/>
          </a:xfrm>
        </p:spPr>
        <p:txBody>
          <a:bodyPr>
            <a:normAutofit/>
          </a:bodyPr>
          <a:lstStyle/>
          <a:p>
            <a:r>
              <a:rPr lang="en-US" sz="1800" dirty="0"/>
              <a:t>The model being used is logistic regression. It is a classification algorithm. It is excellent for binary outcomes. Also, It doesn't just give a category; it gives a </a:t>
            </a:r>
            <a:r>
              <a:rPr lang="en-US" sz="1800" b="1" dirty="0"/>
              <a:t>probability score</a:t>
            </a:r>
            <a:r>
              <a:rPr lang="en-US" sz="1800" dirty="0"/>
              <a:t> (e.g., "This student has an 85% chance of being At Risk").</a:t>
            </a:r>
          </a:p>
          <a:p>
            <a:r>
              <a:rPr lang="en-US" sz="1800" dirty="0"/>
              <a:t>Model evaluation focused on identifying the most influential predictors, which included factors like attendance percentage, study hours, and previous scores in core subjects like Math and Science. The performance of the system was measured using high-level metrics such as precision, recall, and the F1-score to ensure balanced results. With an overall accuracy of 92%, the model proved highly reliable. </a:t>
            </a:r>
          </a:p>
          <a:p>
            <a:r>
              <a:rPr lang="en-US" sz="1800" dirty="0"/>
              <a:t>The evaluation used a Confusion Matrix to visualize the accuracy of "At Risk" detections, confirming that the system has a high success rate in identifying struggling students while maintaining a low rate of false alarms.</a:t>
            </a:r>
          </a:p>
        </p:txBody>
      </p:sp>
      <p:pic>
        <p:nvPicPr>
          <p:cNvPr id="4" name="Picture 3">
            <a:extLst>
              <a:ext uri="{FF2B5EF4-FFF2-40B4-BE49-F238E27FC236}">
                <a16:creationId xmlns:a16="http://schemas.microsoft.com/office/drawing/2014/main" id="{CAC20F3C-4AF3-C923-C3AA-0F239FEC1769}"/>
              </a:ext>
            </a:extLst>
          </p:cNvPr>
          <p:cNvPicPr>
            <a:picLocks noChangeAspect="1"/>
          </p:cNvPicPr>
          <p:nvPr/>
        </p:nvPicPr>
        <p:blipFill>
          <a:blip r:embed="rId3"/>
          <a:stretch>
            <a:fillRect/>
          </a:stretch>
        </p:blipFill>
        <p:spPr>
          <a:xfrm>
            <a:off x="75615" y="1601566"/>
            <a:ext cx="4191585" cy="3172268"/>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0390597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5346ED-721D-85EE-2F1B-A31D0912DE29}"/>
              </a:ext>
            </a:extLst>
          </p:cNvPr>
          <p:cNvSpPr>
            <a:spLocks noGrp="1"/>
          </p:cNvSpPr>
          <p:nvPr>
            <p:ph type="title"/>
          </p:nvPr>
        </p:nvSpPr>
        <p:spPr>
          <a:xfrm>
            <a:off x="594360" y="198408"/>
            <a:ext cx="10972800" cy="1574317"/>
          </a:xfrm>
        </p:spPr>
        <p:txBody>
          <a:bodyPr anchor="b">
            <a:normAutofit/>
          </a:bodyPr>
          <a:lstStyle/>
          <a:p>
            <a:r>
              <a:rPr lang="en-GB" dirty="0">
                <a:solidFill>
                  <a:schemeClr val="tx2"/>
                </a:solidFill>
              </a:rPr>
              <a:t>Practical Application &amp; Conclusion</a:t>
            </a:r>
            <a:endParaRPr lang="en-US" dirty="0">
              <a:solidFill>
                <a:schemeClr val="tx2"/>
              </a:solidFill>
            </a:endParaRPr>
          </a:p>
        </p:txBody>
      </p:sp>
      <p:sp>
        <p:nvSpPr>
          <p:cNvPr id="14" name="Content Placeholder 2">
            <a:extLst>
              <a:ext uri="{FF2B5EF4-FFF2-40B4-BE49-F238E27FC236}">
                <a16:creationId xmlns:a16="http://schemas.microsoft.com/office/drawing/2014/main" id="{DB097449-5B72-ADA0-3B2D-1CBC160D6B90}"/>
              </a:ext>
            </a:extLst>
          </p:cNvPr>
          <p:cNvSpPr>
            <a:spLocks noGrp="1"/>
          </p:cNvSpPr>
          <p:nvPr>
            <p:ph sz="quarter" idx="13"/>
          </p:nvPr>
        </p:nvSpPr>
        <p:spPr>
          <a:xfrm>
            <a:off x="595523" y="2676525"/>
            <a:ext cx="5746750" cy="3597470"/>
          </a:xfrm>
        </p:spPr>
        <p:txBody>
          <a:bodyPr>
            <a:normAutofit/>
          </a:bodyPr>
          <a:lstStyle/>
          <a:p>
            <a:r>
              <a:rPr lang="en-US" sz="1700"/>
              <a:t>In conclusion, this Students Result Management System offers a practical solution for modern educational challenges. By processing unseen student data, the model can provide administrators with a probability of risk, allowing them to prioritize resources for high-need individuals before the end of the academic term. The system demonstrates that data-driven insights can lead to more proactive educational environments. </a:t>
            </a:r>
          </a:p>
          <a:p>
            <a:r>
              <a:rPr lang="en-US" sz="1700"/>
              <a:t>Future applications could involve integrating real-time attendance tracking to provide even more immediate feedback, further bridging the gap between data science and student success.</a:t>
            </a:r>
          </a:p>
          <a:p>
            <a:endParaRPr lang="en-US" sz="1700"/>
          </a:p>
        </p:txBody>
      </p:sp>
      <p:sp>
        <p:nvSpPr>
          <p:cNvPr id="4" name="Content Placeholder 3">
            <a:extLst>
              <a:ext uri="{FF2B5EF4-FFF2-40B4-BE49-F238E27FC236}">
                <a16:creationId xmlns:a16="http://schemas.microsoft.com/office/drawing/2014/main" id="{41FC7B50-71A6-D8BE-C032-5EB4CF5706D5}"/>
              </a:ext>
            </a:extLst>
          </p:cNvPr>
          <p:cNvSpPr>
            <a:spLocks noGrp="1"/>
          </p:cNvSpPr>
          <p:nvPr>
            <p:ph sz="quarter" idx="14"/>
          </p:nvPr>
        </p:nvSpPr>
        <p:spPr>
          <a:xfrm>
            <a:off x="7620000" y="2676525"/>
            <a:ext cx="3947160" cy="3597470"/>
          </a:xfrm>
        </p:spPr>
        <p:txBody>
          <a:bodyPr>
            <a:normAutofit/>
          </a:bodyPr>
          <a:lstStyle/>
          <a:p>
            <a:r>
              <a:rPr lang="en-US" dirty="0"/>
              <a:t>  </a:t>
            </a:r>
          </a:p>
        </p:txBody>
      </p:sp>
    </p:spTree>
    <p:extLst>
      <p:ext uri="{BB962C8B-B14F-4D97-AF65-F5344CB8AC3E}">
        <p14:creationId xmlns:p14="http://schemas.microsoft.com/office/powerpoint/2010/main" val="88848429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D29B5-1B58-809F-FEA7-B82105E94664}"/>
              </a:ext>
            </a:extLst>
          </p:cNvPr>
          <p:cNvSpPr>
            <a:spLocks noGrp="1"/>
          </p:cNvSpPr>
          <p:nvPr>
            <p:ph type="title"/>
          </p:nvPr>
        </p:nvSpPr>
        <p:spPr>
          <a:xfrm>
            <a:off x="6318885" y="3499667"/>
            <a:ext cx="4939666" cy="2542810"/>
          </a:xfrm>
        </p:spPr>
        <p:txBody>
          <a:bodyPr/>
          <a:lstStyle/>
          <a:p>
            <a:r>
              <a:rPr lang="en-US" dirty="0">
                <a:solidFill>
                  <a:schemeClr val="tx2"/>
                </a:solidFill>
              </a:rPr>
              <a:t>THANKS FOR LISTENING </a:t>
            </a:r>
          </a:p>
        </p:txBody>
      </p:sp>
      <p:sp>
        <p:nvSpPr>
          <p:cNvPr id="4" name="Content Placeholder 3">
            <a:extLst>
              <a:ext uri="{FF2B5EF4-FFF2-40B4-BE49-F238E27FC236}">
                <a16:creationId xmlns:a16="http://schemas.microsoft.com/office/drawing/2014/main" id="{07C3632C-2D2E-7026-33B8-EE42DA4BDB5C}"/>
              </a:ext>
            </a:extLst>
          </p:cNvPr>
          <p:cNvSpPr>
            <a:spLocks noGrp="1"/>
          </p:cNvSpPr>
          <p:nvPr>
            <p:ph sz="quarter" idx="14"/>
          </p:nvPr>
        </p:nvSpPr>
        <p:spPr>
          <a:xfrm>
            <a:off x="1841500" y="1803400"/>
            <a:ext cx="4343400" cy="2171699"/>
          </a:xfrm>
        </p:spPr>
        <p:txBody>
          <a:bodyPr>
            <a:normAutofit lnSpcReduction="10000"/>
          </a:bodyPr>
          <a:lstStyle/>
          <a:p>
            <a:pPr marL="0" indent="0">
              <a:buNone/>
            </a:pPr>
            <a:r>
              <a:rPr lang="en-US" sz="4400" dirty="0"/>
              <a:t>END OF PRESENTATION</a:t>
            </a:r>
          </a:p>
          <a:p>
            <a:pPr marL="0" indent="0">
              <a:buNone/>
            </a:pPr>
            <a:r>
              <a:rPr lang="en-US" sz="4400" dirty="0"/>
              <a:t>GROUP 1</a:t>
            </a:r>
          </a:p>
        </p:txBody>
      </p:sp>
      <p:sp>
        <p:nvSpPr>
          <p:cNvPr id="3" name="Content Placeholder 2">
            <a:extLst>
              <a:ext uri="{FF2B5EF4-FFF2-40B4-BE49-F238E27FC236}">
                <a16:creationId xmlns:a16="http://schemas.microsoft.com/office/drawing/2014/main" id="{8B599B60-BF79-A832-6AD4-6C6FC6CE4317}"/>
              </a:ext>
            </a:extLst>
          </p:cNvPr>
          <p:cNvSpPr>
            <a:spLocks noGrp="1"/>
          </p:cNvSpPr>
          <p:nvPr>
            <p:ph sz="quarter" idx="15"/>
          </p:nvPr>
        </p:nvSpPr>
        <p:spPr>
          <a:xfrm>
            <a:off x="594360" y="2810595"/>
            <a:ext cx="5198269" cy="3319513"/>
          </a:xfrm>
        </p:spPr>
        <p:txBody>
          <a:bodyPr>
            <a:normAutofit/>
          </a:bodyPr>
          <a:lstStyle/>
          <a:p>
            <a:r>
              <a:rPr lang="en-US" dirty="0"/>
              <a:t> </a:t>
            </a:r>
          </a:p>
          <a:p>
            <a:endParaRPr lang="en-US" dirty="0"/>
          </a:p>
        </p:txBody>
      </p:sp>
    </p:spTree>
    <p:extLst>
      <p:ext uri="{BB962C8B-B14F-4D97-AF65-F5344CB8AC3E}">
        <p14:creationId xmlns:p14="http://schemas.microsoft.com/office/powerpoint/2010/main" val="3088225330"/>
      </p:ext>
    </p:extLst>
  </p:cSld>
  <p:clrMapOvr>
    <a:masterClrMapping/>
  </p:clrMapOvr>
</p:sld>
</file>

<file path=ppt/theme/theme1.xml><?xml version="1.0" encoding="utf-8"?>
<a:theme xmlns:a="http://schemas.openxmlformats.org/drawingml/2006/main" name="Custom">
  <a:themeElements>
    <a:clrScheme name="Swiss">
      <a:dk1>
        <a:srgbClr val="000000"/>
      </a:dk1>
      <a:lt1>
        <a:srgbClr val="FFFFFF"/>
      </a:lt1>
      <a:dk2>
        <a:srgbClr val="E4E4E4"/>
      </a:dk2>
      <a:lt2>
        <a:srgbClr val="7CA655"/>
      </a:lt2>
      <a:accent1>
        <a:srgbClr val="A9D4DB"/>
      </a:accent1>
      <a:accent2>
        <a:srgbClr val="FBE284"/>
      </a:accent2>
      <a:accent3>
        <a:srgbClr val="4495A2"/>
      </a:accent3>
      <a:accent4>
        <a:srgbClr val="AA5881"/>
      </a:accent4>
      <a:accent5>
        <a:srgbClr val="E06742"/>
      </a:accent5>
      <a:accent6>
        <a:srgbClr val="F9D448"/>
      </a:accent6>
      <a:hlink>
        <a:srgbClr val="4495A2"/>
      </a:hlink>
      <a:folHlink>
        <a:srgbClr val="AA5881"/>
      </a:folHlink>
    </a:clrScheme>
    <a:fontScheme name="Custom 175">
      <a:majorFont>
        <a:latin typeface="Franklin Gothic Demi"/>
        <a:ea typeface=""/>
        <a:cs typeface=""/>
      </a:majorFont>
      <a:minorFont>
        <a:latin typeface="Franklin Gothic Book"/>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M78853419_Win32_SL_V5" id="{958D2C9E-948D-4354-BF9D-DF8AE3C2B240}" vid="{22D4A967-05D2-4D72-8594-54CFF3414833}"/>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 /></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 /></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 /></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Background xmlns="71af3243-3dd4-4a8d-8c0d-dd76da1f02a5">false</Background>
    <Status xmlns="71af3243-3dd4-4a8d-8c0d-dd76da1f02a5">Not started</Status>
    <_ip_UnifiedCompliancePolicyUIAction xmlns="http://schemas.microsoft.com/sharepoint/v3" xsi:nil="true"/>
    <Image xmlns="71af3243-3dd4-4a8d-8c0d-dd76da1f02a5">
      <Url xsi:nil="true"/>
      <Description xsi:nil="true"/>
    </Image>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2DB9E12-8AC3-4138-BF4D-720A5525AB10}">
  <ds:schemaRefs>
    <ds:schemaRef ds:uri="http://schemas.microsoft.com/office/2006/metadata/contentType"/>
    <ds:schemaRef ds:uri="http://schemas.microsoft.com/office/2006/metadata/properties/metaAttributes"/>
    <ds:schemaRef ds:uri="http://www.w3.org/2000/xmlns/"/>
    <ds:schemaRef ds:uri="http://www.w3.org/2001/XMLSchema"/>
    <ds:schemaRef ds:uri="http://schemas.microsoft.com/sharepoint/v3"/>
    <ds:schemaRef ds:uri="71af3243-3dd4-4a8d-8c0d-dd76da1f02a5"/>
    <ds:schemaRef ds:uri="16c05727-aa75-4e4a-9b5f-8a80a1165891"/>
    <ds:schemaRef ds:uri="230e9df3-be65-4c73-a93b-d1236ebd677e"/>
  </ds:schemaRefs>
</ds:datastoreItem>
</file>

<file path=customXml/itemProps2.xml><?xml version="1.0" encoding="utf-8"?>
<ds:datastoreItem xmlns:ds="http://schemas.openxmlformats.org/officeDocument/2006/customXml" ds:itemID="{4F4B194E-8B30-4377-8C59-ECFB902D2A26}">
  <ds:schemaRefs>
    <ds:schemaRef ds:uri="http://schemas.microsoft.com/office/2006/metadata/properties"/>
    <ds:schemaRef ds:uri="http://www.w3.org/2000/xmlns/"/>
    <ds:schemaRef ds:uri="71af3243-3dd4-4a8d-8c0d-dd76da1f02a5"/>
    <ds:schemaRef ds:uri="http://schemas.microsoft.com/sharepoint/v3"/>
    <ds:schemaRef ds:uri="http://www.w3.org/2001/XMLSchema-instance"/>
    <ds:schemaRef ds:uri="http://schemas.microsoft.com/office/infopath/2007/PartnerControls"/>
    <ds:schemaRef ds:uri="230e9df3-be65-4c73-a93b-d1236ebd677e"/>
  </ds:schemaRefs>
</ds:datastoreItem>
</file>

<file path=customXml/itemProps3.xml><?xml version="1.0" encoding="utf-8"?>
<ds:datastoreItem xmlns:ds="http://schemas.openxmlformats.org/officeDocument/2006/customXml" ds:itemID="{C21FFAC0-05A2-416A-B06C-C248395482CF}">
  <ds:schemaRefs>
    <ds:schemaRef ds:uri="http://schemas.microsoft.com/sharepoint/v3/contenttype/form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{A58E6C5E-5B01-439B-B3DD-E35C94CF2A02}TFd3b75063-ff25-434d-b12c-efeaf07d16c3292f62b5_win32-75a75c970d8e</Template>
  <TotalTime>173</TotalTime>
  <Words>661</Words>
  <Application>Microsoft Office PowerPoint</Application>
  <PresentationFormat>Widescreen</PresentationFormat>
  <Paragraphs>46</Paragraphs>
  <Slides>9</Slides>
  <Notes>9</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Custom</vt:lpstr>
      <vt:lpstr>Tech Crush AI Group One  Students Result Management System</vt:lpstr>
      <vt:lpstr>Outline</vt:lpstr>
      <vt:lpstr>Project Overview &amp; Objectives </vt:lpstr>
      <vt:lpstr>Data Engineering &amp; Methodology</vt:lpstr>
      <vt:lpstr>Technical Implementation(EDA &amp; Preprocessing)</vt:lpstr>
      <vt:lpstr>Technical Implementation(EDA &amp; Preprocessing)</vt:lpstr>
      <vt:lpstr>Variables &amp; Model Evaluation</vt:lpstr>
      <vt:lpstr>Practical Application &amp; Conclusion</vt:lpstr>
      <vt:lpstr>THANKS FOR LISTENING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Students Result Management System</dc:title>
  <dc:creator>Chukwubuikem Nwaeme</dc:creator>
  <cp:lastModifiedBy>Joy Udoh</cp:lastModifiedBy>
  <cp:revision>4</cp:revision>
  <dcterms:created xsi:type="dcterms:W3CDTF">2026-01-15T18:15:39Z</dcterms:created>
  <dcterms:modified xsi:type="dcterms:W3CDTF">2026-01-16T22:31:01Z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